
<file path=[Content_Types].xml><?xml version="1.0" encoding="utf-8"?>
<Types xmlns="http://schemas.openxmlformats.org/package/2006/content-types">
  <Default Extension="png" ContentType="image/png"/>
  <Default Extension="mp3" ContentType="audio/mpe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264EAC-25BE-42EE-BE90-918F133D294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4D0BEE-6775-4326-96F0-FC4EB38C34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Easy to use, easy to understand writing style.</a:t>
          </a:r>
        </a:p>
      </dgm:t>
    </dgm:pt>
    <dgm:pt modelId="{8268872B-50AF-414D-94FC-A15BB17FF753}" type="parTrans" cxnId="{2716F746-60E9-4729-8FD2-8D8A6917C539}">
      <dgm:prSet/>
      <dgm:spPr/>
      <dgm:t>
        <a:bodyPr/>
        <a:lstStyle/>
        <a:p>
          <a:endParaRPr lang="en-US"/>
        </a:p>
      </dgm:t>
    </dgm:pt>
    <dgm:pt modelId="{C12C65BA-83F5-4AF1-A481-33FDD1B1BF34}" type="sibTrans" cxnId="{2716F746-60E9-4729-8FD2-8D8A6917C539}">
      <dgm:prSet/>
      <dgm:spPr/>
      <dgm:t>
        <a:bodyPr/>
        <a:lstStyle/>
        <a:p>
          <a:endParaRPr lang="en-US"/>
        </a:p>
      </dgm:t>
    </dgm:pt>
    <dgm:pt modelId="{52B99946-2C19-43A3-8F0C-BAA5AD284E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Made for all ages from Teenagers who are infront of purchasing their first car, to Elders who wish for a better car than their current.</a:t>
          </a:r>
        </a:p>
      </dgm:t>
    </dgm:pt>
    <dgm:pt modelId="{36A6897F-ED5A-42DF-B454-E6C24FD69F32}" type="parTrans" cxnId="{A917A69D-4CFB-4B20-B5C1-E0731B8A9656}">
      <dgm:prSet/>
      <dgm:spPr/>
      <dgm:t>
        <a:bodyPr/>
        <a:lstStyle/>
        <a:p>
          <a:endParaRPr lang="en-US"/>
        </a:p>
      </dgm:t>
    </dgm:pt>
    <dgm:pt modelId="{D3B375B5-9F6D-4BE1-A637-13F0BAAA7292}" type="sibTrans" cxnId="{A917A69D-4CFB-4B20-B5C1-E0731B8A9656}">
      <dgm:prSet/>
      <dgm:spPr/>
      <dgm:t>
        <a:bodyPr/>
        <a:lstStyle/>
        <a:p>
          <a:endParaRPr lang="en-US"/>
        </a:p>
      </dgm:t>
    </dgm:pt>
    <dgm:pt modelId="{EDFD6F88-1CDC-4CB4-A7F5-70CCEF997956}" type="pres">
      <dgm:prSet presAssocID="{F4264EAC-25BE-42EE-BE90-918F133D2941}" presName="root" presStyleCnt="0">
        <dgm:presLayoutVars>
          <dgm:dir/>
          <dgm:resizeHandles val="exact"/>
        </dgm:presLayoutVars>
      </dgm:prSet>
      <dgm:spPr/>
    </dgm:pt>
    <dgm:pt modelId="{9D67C01B-A157-4CD1-B1BA-2F48391EF5A6}" type="pres">
      <dgm:prSet presAssocID="{354D0BEE-6775-4326-96F0-FC4EB38C344A}" presName="compNode" presStyleCnt="0"/>
      <dgm:spPr/>
    </dgm:pt>
    <dgm:pt modelId="{BE396475-48BD-4897-B71B-1AC59B837C6B}" type="pres">
      <dgm:prSet presAssocID="{354D0BEE-6775-4326-96F0-FC4EB38C344A}" presName="bgRect" presStyleLbl="bgShp" presStyleIdx="0" presStyleCnt="2"/>
      <dgm:spPr/>
    </dgm:pt>
    <dgm:pt modelId="{A7D914B7-67EB-4A21-9FCC-217F60475493}" type="pres">
      <dgm:prSet presAssocID="{354D0BEE-6775-4326-96F0-FC4EB38C344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1B2BB1F5-21E1-45CE-AB7F-2F051AF22712}" type="pres">
      <dgm:prSet presAssocID="{354D0BEE-6775-4326-96F0-FC4EB38C344A}" presName="spaceRect" presStyleCnt="0"/>
      <dgm:spPr/>
    </dgm:pt>
    <dgm:pt modelId="{DA6E2795-2C49-409D-8E6F-59E50AD21D98}" type="pres">
      <dgm:prSet presAssocID="{354D0BEE-6775-4326-96F0-FC4EB38C344A}" presName="parTx" presStyleLbl="revTx" presStyleIdx="0" presStyleCnt="2">
        <dgm:presLayoutVars>
          <dgm:chMax val="0"/>
          <dgm:chPref val="0"/>
        </dgm:presLayoutVars>
      </dgm:prSet>
      <dgm:spPr/>
    </dgm:pt>
    <dgm:pt modelId="{7A0E6115-47EA-42FE-BDC9-7EC37CA5C247}" type="pres">
      <dgm:prSet presAssocID="{C12C65BA-83F5-4AF1-A481-33FDD1B1BF34}" presName="sibTrans" presStyleCnt="0"/>
      <dgm:spPr/>
    </dgm:pt>
    <dgm:pt modelId="{37FF6657-2B86-4F9C-BB5D-85E70CDC7AD7}" type="pres">
      <dgm:prSet presAssocID="{52B99946-2C19-43A3-8F0C-BAA5AD284E83}" presName="compNode" presStyleCnt="0"/>
      <dgm:spPr/>
    </dgm:pt>
    <dgm:pt modelId="{C88EC632-6A03-4D36-98B1-F1A18697C59B}" type="pres">
      <dgm:prSet presAssocID="{52B99946-2C19-43A3-8F0C-BAA5AD284E83}" presName="bgRect" presStyleLbl="bgShp" presStyleIdx="1" presStyleCnt="2"/>
      <dgm:spPr/>
    </dgm:pt>
    <dgm:pt modelId="{3D90AF65-CF5F-4DB1-8A8C-C7AE3C150B01}" type="pres">
      <dgm:prSet presAssocID="{52B99946-2C19-43A3-8F0C-BAA5AD284E8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A9B38E2F-68AB-4B10-91A5-FE371FF3A6E9}" type="pres">
      <dgm:prSet presAssocID="{52B99946-2C19-43A3-8F0C-BAA5AD284E83}" presName="spaceRect" presStyleCnt="0"/>
      <dgm:spPr/>
    </dgm:pt>
    <dgm:pt modelId="{17899AAE-1DE7-4143-881F-A760D8A862B9}" type="pres">
      <dgm:prSet presAssocID="{52B99946-2C19-43A3-8F0C-BAA5AD284E8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716F746-60E9-4729-8FD2-8D8A6917C539}" srcId="{F4264EAC-25BE-42EE-BE90-918F133D2941}" destId="{354D0BEE-6775-4326-96F0-FC4EB38C344A}" srcOrd="0" destOrd="0" parTransId="{8268872B-50AF-414D-94FC-A15BB17FF753}" sibTransId="{C12C65BA-83F5-4AF1-A481-33FDD1B1BF34}"/>
    <dgm:cxn modelId="{B67C794E-39CB-4DE1-84C5-A3AF32499FF8}" type="presOf" srcId="{52B99946-2C19-43A3-8F0C-BAA5AD284E83}" destId="{17899AAE-1DE7-4143-881F-A760D8A862B9}" srcOrd="0" destOrd="0" presId="urn:microsoft.com/office/officeart/2018/2/layout/IconVerticalSolidList"/>
    <dgm:cxn modelId="{AE01AE99-D179-47E0-A424-471FB1CE2E5A}" type="presOf" srcId="{F4264EAC-25BE-42EE-BE90-918F133D2941}" destId="{EDFD6F88-1CDC-4CB4-A7F5-70CCEF997956}" srcOrd="0" destOrd="0" presId="urn:microsoft.com/office/officeart/2018/2/layout/IconVerticalSolidList"/>
    <dgm:cxn modelId="{A917A69D-4CFB-4B20-B5C1-E0731B8A9656}" srcId="{F4264EAC-25BE-42EE-BE90-918F133D2941}" destId="{52B99946-2C19-43A3-8F0C-BAA5AD284E83}" srcOrd="1" destOrd="0" parTransId="{36A6897F-ED5A-42DF-B454-E6C24FD69F32}" sibTransId="{D3B375B5-9F6D-4BE1-A637-13F0BAAA7292}"/>
    <dgm:cxn modelId="{0A7290A3-027C-4B66-A052-710139F225A5}" type="presOf" srcId="{354D0BEE-6775-4326-96F0-FC4EB38C344A}" destId="{DA6E2795-2C49-409D-8E6F-59E50AD21D98}" srcOrd="0" destOrd="0" presId="urn:microsoft.com/office/officeart/2018/2/layout/IconVerticalSolidList"/>
    <dgm:cxn modelId="{2CFF1427-DF2C-4252-86CD-C704367EDBE8}" type="presParOf" srcId="{EDFD6F88-1CDC-4CB4-A7F5-70CCEF997956}" destId="{9D67C01B-A157-4CD1-B1BA-2F48391EF5A6}" srcOrd="0" destOrd="0" presId="urn:microsoft.com/office/officeart/2018/2/layout/IconVerticalSolidList"/>
    <dgm:cxn modelId="{BDFF7996-B859-4F31-BC40-346B5585548F}" type="presParOf" srcId="{9D67C01B-A157-4CD1-B1BA-2F48391EF5A6}" destId="{BE396475-48BD-4897-B71B-1AC59B837C6B}" srcOrd="0" destOrd="0" presId="urn:microsoft.com/office/officeart/2018/2/layout/IconVerticalSolidList"/>
    <dgm:cxn modelId="{1B000BCA-D883-40DA-8B04-B0D81A33557D}" type="presParOf" srcId="{9D67C01B-A157-4CD1-B1BA-2F48391EF5A6}" destId="{A7D914B7-67EB-4A21-9FCC-217F60475493}" srcOrd="1" destOrd="0" presId="urn:microsoft.com/office/officeart/2018/2/layout/IconVerticalSolidList"/>
    <dgm:cxn modelId="{EA50B098-4DAD-42B8-9853-4EE6313BAF99}" type="presParOf" srcId="{9D67C01B-A157-4CD1-B1BA-2F48391EF5A6}" destId="{1B2BB1F5-21E1-45CE-AB7F-2F051AF22712}" srcOrd="2" destOrd="0" presId="urn:microsoft.com/office/officeart/2018/2/layout/IconVerticalSolidList"/>
    <dgm:cxn modelId="{662581C7-38E5-40C2-B3CF-6E00144AD0A6}" type="presParOf" srcId="{9D67C01B-A157-4CD1-B1BA-2F48391EF5A6}" destId="{DA6E2795-2C49-409D-8E6F-59E50AD21D98}" srcOrd="3" destOrd="0" presId="urn:microsoft.com/office/officeart/2018/2/layout/IconVerticalSolidList"/>
    <dgm:cxn modelId="{BCE5E7AA-9E58-4197-AC0B-F900CB7FA29D}" type="presParOf" srcId="{EDFD6F88-1CDC-4CB4-A7F5-70CCEF997956}" destId="{7A0E6115-47EA-42FE-BDC9-7EC37CA5C247}" srcOrd="1" destOrd="0" presId="urn:microsoft.com/office/officeart/2018/2/layout/IconVerticalSolidList"/>
    <dgm:cxn modelId="{DCD3CEB4-B68D-4085-AFBA-54479006402D}" type="presParOf" srcId="{EDFD6F88-1CDC-4CB4-A7F5-70CCEF997956}" destId="{37FF6657-2B86-4F9C-BB5D-85E70CDC7AD7}" srcOrd="2" destOrd="0" presId="urn:microsoft.com/office/officeart/2018/2/layout/IconVerticalSolidList"/>
    <dgm:cxn modelId="{96150178-B9BE-4AC6-B06F-82C9BD61721E}" type="presParOf" srcId="{37FF6657-2B86-4F9C-BB5D-85E70CDC7AD7}" destId="{C88EC632-6A03-4D36-98B1-F1A18697C59B}" srcOrd="0" destOrd="0" presId="urn:microsoft.com/office/officeart/2018/2/layout/IconVerticalSolidList"/>
    <dgm:cxn modelId="{0E1619E5-1456-4CC4-8A38-5A9DB819422E}" type="presParOf" srcId="{37FF6657-2B86-4F9C-BB5D-85E70CDC7AD7}" destId="{3D90AF65-CF5F-4DB1-8A8C-C7AE3C150B01}" srcOrd="1" destOrd="0" presId="urn:microsoft.com/office/officeart/2018/2/layout/IconVerticalSolidList"/>
    <dgm:cxn modelId="{1EF4A3C4-2B55-4D4F-94BD-DB4C9F5934FA}" type="presParOf" srcId="{37FF6657-2B86-4F9C-BB5D-85E70CDC7AD7}" destId="{A9B38E2F-68AB-4B10-91A5-FE371FF3A6E9}" srcOrd="2" destOrd="0" presId="urn:microsoft.com/office/officeart/2018/2/layout/IconVerticalSolidList"/>
    <dgm:cxn modelId="{FEA5B681-5C48-4F30-B4CA-522707B4F1A7}" type="presParOf" srcId="{37FF6657-2B86-4F9C-BB5D-85E70CDC7AD7}" destId="{17899AAE-1DE7-4143-881F-A760D8A862B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606080-9E08-4086-95F2-535EB260D1B6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59AA8AD-6EC2-4D3C-8D06-C4634FB9C27C}">
      <dgm:prSet/>
      <dgm:spPr/>
      <dgm:t>
        <a:bodyPr/>
        <a:lstStyle/>
        <a:p>
          <a:r>
            <a:rPr lang="en-US" dirty="0"/>
            <a:t>We still have a long way to go, but!</a:t>
          </a:r>
        </a:p>
      </dgm:t>
    </dgm:pt>
    <dgm:pt modelId="{EAD2ADF1-21BB-4B5D-B811-15C4B1279BA9}" type="parTrans" cxnId="{E39088E6-0B93-4226-A860-7CAE9322FB87}">
      <dgm:prSet/>
      <dgm:spPr/>
      <dgm:t>
        <a:bodyPr/>
        <a:lstStyle/>
        <a:p>
          <a:endParaRPr lang="en-US"/>
        </a:p>
      </dgm:t>
    </dgm:pt>
    <dgm:pt modelId="{3DE3C7D2-8AA4-43B9-9B52-4DDA9411297C}" type="sibTrans" cxnId="{E39088E6-0B93-4226-A860-7CAE9322FB87}">
      <dgm:prSet/>
      <dgm:spPr/>
      <dgm:t>
        <a:bodyPr/>
        <a:lstStyle/>
        <a:p>
          <a:endParaRPr lang="en-US"/>
        </a:p>
      </dgm:t>
    </dgm:pt>
    <dgm:pt modelId="{6E4E8F6B-1277-4EC9-9C39-4AF3F854AFF2}">
      <dgm:prSet/>
      <dgm:spPr/>
      <dgm:t>
        <a:bodyPr/>
        <a:lstStyle/>
        <a:p>
          <a:r>
            <a:rPr lang="en-US"/>
            <a:t>The main page is already done.</a:t>
          </a:r>
        </a:p>
      </dgm:t>
    </dgm:pt>
    <dgm:pt modelId="{08742789-2790-44EC-A3EC-57A110F72A58}" type="parTrans" cxnId="{6B3BFD0A-61A0-44F8-B8C7-6F4F7E53188D}">
      <dgm:prSet/>
      <dgm:spPr/>
      <dgm:t>
        <a:bodyPr/>
        <a:lstStyle/>
        <a:p>
          <a:endParaRPr lang="en-US"/>
        </a:p>
      </dgm:t>
    </dgm:pt>
    <dgm:pt modelId="{C69FFE35-F17E-4271-B9D2-8B43B7719A4A}" type="sibTrans" cxnId="{6B3BFD0A-61A0-44F8-B8C7-6F4F7E53188D}">
      <dgm:prSet/>
      <dgm:spPr/>
      <dgm:t>
        <a:bodyPr/>
        <a:lstStyle/>
        <a:p>
          <a:endParaRPr lang="en-US"/>
        </a:p>
      </dgm:t>
    </dgm:pt>
    <dgm:pt modelId="{015BE018-F349-499B-8180-B187DB134D29}">
      <dgm:prSet/>
      <dgm:spPr/>
      <dgm:t>
        <a:bodyPr/>
        <a:lstStyle/>
        <a:p>
          <a:r>
            <a:rPr lang="en-US"/>
            <a:t>Login page was implemented successfully.</a:t>
          </a:r>
        </a:p>
      </dgm:t>
    </dgm:pt>
    <dgm:pt modelId="{7F5C9183-BD60-46AC-8B10-9E41504D9757}" type="parTrans" cxnId="{118C52D9-41C2-48D1-9B14-8D9FCB061947}">
      <dgm:prSet/>
      <dgm:spPr/>
      <dgm:t>
        <a:bodyPr/>
        <a:lstStyle/>
        <a:p>
          <a:endParaRPr lang="en-US"/>
        </a:p>
      </dgm:t>
    </dgm:pt>
    <dgm:pt modelId="{789163E5-6A75-44AC-B6F2-2B81E26F8EE0}" type="sibTrans" cxnId="{118C52D9-41C2-48D1-9B14-8D9FCB061947}">
      <dgm:prSet/>
      <dgm:spPr/>
      <dgm:t>
        <a:bodyPr/>
        <a:lstStyle/>
        <a:p>
          <a:endParaRPr lang="en-US"/>
        </a:p>
      </dgm:t>
    </dgm:pt>
    <dgm:pt modelId="{266881A9-FDF0-410B-A891-169F296431D4}">
      <dgm:prSet/>
      <dgm:spPr/>
      <dgm:t>
        <a:bodyPr/>
        <a:lstStyle/>
        <a:p>
          <a:r>
            <a:rPr lang="en-US"/>
            <a:t>Registration page was implemented fantastically</a:t>
          </a:r>
        </a:p>
      </dgm:t>
    </dgm:pt>
    <dgm:pt modelId="{FD48F284-3920-4BD6-A7CF-370AE1B3A282}" type="parTrans" cxnId="{706E35BA-745E-4128-899B-272B3C44AFEF}">
      <dgm:prSet/>
      <dgm:spPr/>
      <dgm:t>
        <a:bodyPr/>
        <a:lstStyle/>
        <a:p>
          <a:endParaRPr lang="en-US"/>
        </a:p>
      </dgm:t>
    </dgm:pt>
    <dgm:pt modelId="{2C61ECDD-98D5-497F-B410-3A00C96084F4}" type="sibTrans" cxnId="{706E35BA-745E-4128-899B-272B3C44AFEF}">
      <dgm:prSet/>
      <dgm:spPr/>
      <dgm:t>
        <a:bodyPr/>
        <a:lstStyle/>
        <a:p>
          <a:endParaRPr lang="en-US"/>
        </a:p>
      </dgm:t>
    </dgm:pt>
    <dgm:pt modelId="{D70AA3C4-3B60-43BA-8B41-93D531608BC5}" type="pres">
      <dgm:prSet presAssocID="{40606080-9E08-4086-95F2-535EB260D1B6}" presName="matrix" presStyleCnt="0">
        <dgm:presLayoutVars>
          <dgm:chMax val="1"/>
          <dgm:dir/>
          <dgm:resizeHandles val="exact"/>
        </dgm:presLayoutVars>
      </dgm:prSet>
      <dgm:spPr/>
    </dgm:pt>
    <dgm:pt modelId="{FFDED6ED-DD6D-4C9B-8D8B-6873E83BE9A5}" type="pres">
      <dgm:prSet presAssocID="{40606080-9E08-4086-95F2-535EB260D1B6}" presName="diamond" presStyleLbl="bgShp" presStyleIdx="0" presStyleCnt="1"/>
      <dgm:spPr/>
    </dgm:pt>
    <dgm:pt modelId="{01055156-EBBE-47E6-8213-E8753D795F17}" type="pres">
      <dgm:prSet presAssocID="{40606080-9E08-4086-95F2-535EB260D1B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4D36036-31D7-4C62-AD71-925700E637DF}" type="pres">
      <dgm:prSet presAssocID="{40606080-9E08-4086-95F2-535EB260D1B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3D36824-161A-4492-BA44-760F280590B4}" type="pres">
      <dgm:prSet presAssocID="{40606080-9E08-4086-95F2-535EB260D1B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9A1D89F-90B7-4319-9D30-C55F95FCFA55}" type="pres">
      <dgm:prSet presAssocID="{40606080-9E08-4086-95F2-535EB260D1B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B3BFD0A-61A0-44F8-B8C7-6F4F7E53188D}" srcId="{40606080-9E08-4086-95F2-535EB260D1B6}" destId="{6E4E8F6B-1277-4EC9-9C39-4AF3F854AFF2}" srcOrd="1" destOrd="0" parTransId="{08742789-2790-44EC-A3EC-57A110F72A58}" sibTransId="{C69FFE35-F17E-4271-B9D2-8B43B7719A4A}"/>
    <dgm:cxn modelId="{0CD1EC13-5D83-4603-B2A2-6605A782B1C9}" type="presOf" srcId="{6E4E8F6B-1277-4EC9-9C39-4AF3F854AFF2}" destId="{44D36036-31D7-4C62-AD71-925700E637DF}" srcOrd="0" destOrd="0" presId="urn:microsoft.com/office/officeart/2005/8/layout/matrix3"/>
    <dgm:cxn modelId="{4B829236-1A60-48BC-8D47-B6C990ADAD23}" type="presOf" srcId="{266881A9-FDF0-410B-A891-169F296431D4}" destId="{E9A1D89F-90B7-4319-9D30-C55F95FCFA55}" srcOrd="0" destOrd="0" presId="urn:microsoft.com/office/officeart/2005/8/layout/matrix3"/>
    <dgm:cxn modelId="{5BFF6C52-233F-4AD9-942A-7AD39ADCF75A}" type="presOf" srcId="{40606080-9E08-4086-95F2-535EB260D1B6}" destId="{D70AA3C4-3B60-43BA-8B41-93D531608BC5}" srcOrd="0" destOrd="0" presId="urn:microsoft.com/office/officeart/2005/8/layout/matrix3"/>
    <dgm:cxn modelId="{7BDA1556-BE61-4701-B1C1-05AF41C0DACE}" type="presOf" srcId="{159AA8AD-6EC2-4D3C-8D06-C4634FB9C27C}" destId="{01055156-EBBE-47E6-8213-E8753D795F17}" srcOrd="0" destOrd="0" presId="urn:microsoft.com/office/officeart/2005/8/layout/matrix3"/>
    <dgm:cxn modelId="{131E2E81-861B-4525-B735-34623984EE0E}" type="presOf" srcId="{015BE018-F349-499B-8180-B187DB134D29}" destId="{D3D36824-161A-4492-BA44-760F280590B4}" srcOrd="0" destOrd="0" presId="urn:microsoft.com/office/officeart/2005/8/layout/matrix3"/>
    <dgm:cxn modelId="{706E35BA-745E-4128-899B-272B3C44AFEF}" srcId="{40606080-9E08-4086-95F2-535EB260D1B6}" destId="{266881A9-FDF0-410B-A891-169F296431D4}" srcOrd="3" destOrd="0" parTransId="{FD48F284-3920-4BD6-A7CF-370AE1B3A282}" sibTransId="{2C61ECDD-98D5-497F-B410-3A00C96084F4}"/>
    <dgm:cxn modelId="{118C52D9-41C2-48D1-9B14-8D9FCB061947}" srcId="{40606080-9E08-4086-95F2-535EB260D1B6}" destId="{015BE018-F349-499B-8180-B187DB134D29}" srcOrd="2" destOrd="0" parTransId="{7F5C9183-BD60-46AC-8B10-9E41504D9757}" sibTransId="{789163E5-6A75-44AC-B6F2-2B81E26F8EE0}"/>
    <dgm:cxn modelId="{E39088E6-0B93-4226-A860-7CAE9322FB87}" srcId="{40606080-9E08-4086-95F2-535EB260D1B6}" destId="{159AA8AD-6EC2-4D3C-8D06-C4634FB9C27C}" srcOrd="0" destOrd="0" parTransId="{EAD2ADF1-21BB-4B5D-B811-15C4B1279BA9}" sibTransId="{3DE3C7D2-8AA4-43B9-9B52-4DDA9411297C}"/>
    <dgm:cxn modelId="{47E84949-E1AA-4BE5-A0E6-3BAE4AD36010}" type="presParOf" srcId="{D70AA3C4-3B60-43BA-8B41-93D531608BC5}" destId="{FFDED6ED-DD6D-4C9B-8D8B-6873E83BE9A5}" srcOrd="0" destOrd="0" presId="urn:microsoft.com/office/officeart/2005/8/layout/matrix3"/>
    <dgm:cxn modelId="{B0F9A45B-EBBF-47D7-A010-C2A5F09C7525}" type="presParOf" srcId="{D70AA3C4-3B60-43BA-8B41-93D531608BC5}" destId="{01055156-EBBE-47E6-8213-E8753D795F17}" srcOrd="1" destOrd="0" presId="urn:microsoft.com/office/officeart/2005/8/layout/matrix3"/>
    <dgm:cxn modelId="{9A2C59C4-D7D2-4E07-B8E1-2179F0BA85AA}" type="presParOf" srcId="{D70AA3C4-3B60-43BA-8B41-93D531608BC5}" destId="{44D36036-31D7-4C62-AD71-925700E637DF}" srcOrd="2" destOrd="0" presId="urn:microsoft.com/office/officeart/2005/8/layout/matrix3"/>
    <dgm:cxn modelId="{E14029A8-D8B4-4E88-AB22-1D8137D302FE}" type="presParOf" srcId="{D70AA3C4-3B60-43BA-8B41-93D531608BC5}" destId="{D3D36824-161A-4492-BA44-760F280590B4}" srcOrd="3" destOrd="0" presId="urn:microsoft.com/office/officeart/2005/8/layout/matrix3"/>
    <dgm:cxn modelId="{8E46801C-4266-420D-8417-BC75C58AF0B4}" type="presParOf" srcId="{D70AA3C4-3B60-43BA-8B41-93D531608BC5}" destId="{E9A1D89F-90B7-4319-9D30-C55F95FCFA5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0606080-9E08-4086-95F2-535EB260D1B6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9AA8AD-6EC2-4D3C-8D06-C4634FB9C27C}">
      <dgm:prSet/>
      <dgm:spPr/>
      <dgm:t>
        <a:bodyPr/>
        <a:lstStyle/>
        <a:p>
          <a:r>
            <a:rPr lang="en-US" dirty="0"/>
            <a:t>We gained so much experience together working on this project.</a:t>
          </a:r>
        </a:p>
      </dgm:t>
    </dgm:pt>
    <dgm:pt modelId="{EAD2ADF1-21BB-4B5D-B811-15C4B1279BA9}" type="parTrans" cxnId="{E39088E6-0B93-4226-A860-7CAE9322FB87}">
      <dgm:prSet/>
      <dgm:spPr/>
      <dgm:t>
        <a:bodyPr/>
        <a:lstStyle/>
        <a:p>
          <a:endParaRPr lang="en-US"/>
        </a:p>
      </dgm:t>
    </dgm:pt>
    <dgm:pt modelId="{3DE3C7D2-8AA4-43B9-9B52-4DDA9411297C}" type="sibTrans" cxnId="{E39088E6-0B93-4226-A860-7CAE9322FB87}">
      <dgm:prSet/>
      <dgm:spPr/>
      <dgm:t>
        <a:bodyPr/>
        <a:lstStyle/>
        <a:p>
          <a:endParaRPr lang="en-US"/>
        </a:p>
      </dgm:t>
    </dgm:pt>
    <dgm:pt modelId="{6E4E8F6B-1277-4EC9-9C39-4AF3F854AFF2}">
      <dgm:prSet/>
      <dgm:spPr/>
      <dgm:t>
        <a:bodyPr/>
        <a:lstStyle/>
        <a:p>
          <a:r>
            <a:rPr lang="en-US" dirty="0"/>
            <a:t>Such as: Learning to work in teams, having tons of workload under constant pressure and fear.</a:t>
          </a:r>
        </a:p>
      </dgm:t>
    </dgm:pt>
    <dgm:pt modelId="{08742789-2790-44EC-A3EC-57A110F72A58}" type="parTrans" cxnId="{6B3BFD0A-61A0-44F8-B8C7-6F4F7E53188D}">
      <dgm:prSet/>
      <dgm:spPr/>
      <dgm:t>
        <a:bodyPr/>
        <a:lstStyle/>
        <a:p>
          <a:endParaRPr lang="en-US"/>
        </a:p>
      </dgm:t>
    </dgm:pt>
    <dgm:pt modelId="{C69FFE35-F17E-4271-B9D2-8B43B7719A4A}" type="sibTrans" cxnId="{6B3BFD0A-61A0-44F8-B8C7-6F4F7E53188D}">
      <dgm:prSet/>
      <dgm:spPr/>
      <dgm:t>
        <a:bodyPr/>
        <a:lstStyle/>
        <a:p>
          <a:endParaRPr lang="en-US"/>
        </a:p>
      </dgm:t>
    </dgm:pt>
    <dgm:pt modelId="{015BE018-F349-499B-8180-B187DB134D29}">
      <dgm:prSet/>
      <dgm:spPr/>
      <dgm:t>
        <a:bodyPr/>
        <a:lstStyle/>
        <a:p>
          <a:r>
            <a:rPr lang="en-US" dirty="0"/>
            <a:t>Also </a:t>
          </a:r>
          <a:r>
            <a:rPr lang="en-US" dirty="0" err="1"/>
            <a:t>php</a:t>
          </a:r>
          <a:endParaRPr lang="en-US" dirty="0"/>
        </a:p>
      </dgm:t>
    </dgm:pt>
    <dgm:pt modelId="{7F5C9183-BD60-46AC-8B10-9E41504D9757}" type="parTrans" cxnId="{118C52D9-41C2-48D1-9B14-8D9FCB061947}">
      <dgm:prSet/>
      <dgm:spPr/>
      <dgm:t>
        <a:bodyPr/>
        <a:lstStyle/>
        <a:p>
          <a:endParaRPr lang="en-US"/>
        </a:p>
      </dgm:t>
    </dgm:pt>
    <dgm:pt modelId="{789163E5-6A75-44AC-B6F2-2B81E26F8EE0}" type="sibTrans" cxnId="{118C52D9-41C2-48D1-9B14-8D9FCB061947}">
      <dgm:prSet/>
      <dgm:spPr/>
      <dgm:t>
        <a:bodyPr/>
        <a:lstStyle/>
        <a:p>
          <a:endParaRPr lang="en-US"/>
        </a:p>
      </dgm:t>
    </dgm:pt>
    <dgm:pt modelId="{D70AA3C4-3B60-43BA-8B41-93D531608BC5}" type="pres">
      <dgm:prSet presAssocID="{40606080-9E08-4086-95F2-535EB260D1B6}" presName="matrix" presStyleCnt="0">
        <dgm:presLayoutVars>
          <dgm:chMax val="1"/>
          <dgm:dir/>
          <dgm:resizeHandles val="exact"/>
        </dgm:presLayoutVars>
      </dgm:prSet>
      <dgm:spPr/>
    </dgm:pt>
    <dgm:pt modelId="{FFDED6ED-DD6D-4C9B-8D8B-6873E83BE9A5}" type="pres">
      <dgm:prSet presAssocID="{40606080-9E08-4086-95F2-535EB260D1B6}" presName="diamond" presStyleLbl="bgShp" presStyleIdx="0" presStyleCnt="1"/>
      <dgm:spPr/>
    </dgm:pt>
    <dgm:pt modelId="{01055156-EBBE-47E6-8213-E8753D795F17}" type="pres">
      <dgm:prSet presAssocID="{40606080-9E08-4086-95F2-535EB260D1B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4D36036-31D7-4C62-AD71-925700E637DF}" type="pres">
      <dgm:prSet presAssocID="{40606080-9E08-4086-95F2-535EB260D1B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3D36824-161A-4492-BA44-760F280590B4}" type="pres">
      <dgm:prSet presAssocID="{40606080-9E08-4086-95F2-535EB260D1B6}" presName="quad3" presStyleLbl="node1" presStyleIdx="2" presStyleCnt="4" custLinFactNeighborX="53344" custLinFactNeighborY="1078">
        <dgm:presLayoutVars>
          <dgm:chMax val="0"/>
          <dgm:chPref val="0"/>
          <dgm:bulletEnabled val="1"/>
        </dgm:presLayoutVars>
      </dgm:prSet>
      <dgm:spPr/>
    </dgm:pt>
    <dgm:pt modelId="{E9A1D89F-90B7-4319-9D30-C55F95FCFA55}" type="pres">
      <dgm:prSet presAssocID="{40606080-9E08-4086-95F2-535EB260D1B6}" presName="quad4" presStyleLbl="node1" presStyleIdx="3" presStyleCnt="4" custScaleX="4532" custScaleY="2694" custLinFactX="64130" custLinFactNeighborX="100000" custLinFactNeighborY="56689">
        <dgm:presLayoutVars>
          <dgm:chMax val="0"/>
          <dgm:chPref val="0"/>
          <dgm:bulletEnabled val="1"/>
        </dgm:presLayoutVars>
      </dgm:prSet>
      <dgm:spPr>
        <a:prstGeom prst="ellipse">
          <a:avLst/>
        </a:prstGeom>
      </dgm:spPr>
    </dgm:pt>
  </dgm:ptLst>
  <dgm:cxnLst>
    <dgm:cxn modelId="{6B3BFD0A-61A0-44F8-B8C7-6F4F7E53188D}" srcId="{40606080-9E08-4086-95F2-535EB260D1B6}" destId="{6E4E8F6B-1277-4EC9-9C39-4AF3F854AFF2}" srcOrd="1" destOrd="0" parTransId="{08742789-2790-44EC-A3EC-57A110F72A58}" sibTransId="{C69FFE35-F17E-4271-B9D2-8B43B7719A4A}"/>
    <dgm:cxn modelId="{0CD1EC13-5D83-4603-B2A2-6605A782B1C9}" type="presOf" srcId="{6E4E8F6B-1277-4EC9-9C39-4AF3F854AFF2}" destId="{44D36036-31D7-4C62-AD71-925700E637DF}" srcOrd="0" destOrd="0" presId="urn:microsoft.com/office/officeart/2005/8/layout/matrix3"/>
    <dgm:cxn modelId="{5BFF6C52-233F-4AD9-942A-7AD39ADCF75A}" type="presOf" srcId="{40606080-9E08-4086-95F2-535EB260D1B6}" destId="{D70AA3C4-3B60-43BA-8B41-93D531608BC5}" srcOrd="0" destOrd="0" presId="urn:microsoft.com/office/officeart/2005/8/layout/matrix3"/>
    <dgm:cxn modelId="{7BDA1556-BE61-4701-B1C1-05AF41C0DACE}" type="presOf" srcId="{159AA8AD-6EC2-4D3C-8D06-C4634FB9C27C}" destId="{01055156-EBBE-47E6-8213-E8753D795F17}" srcOrd="0" destOrd="0" presId="urn:microsoft.com/office/officeart/2005/8/layout/matrix3"/>
    <dgm:cxn modelId="{131E2E81-861B-4525-B735-34623984EE0E}" type="presOf" srcId="{015BE018-F349-499B-8180-B187DB134D29}" destId="{D3D36824-161A-4492-BA44-760F280590B4}" srcOrd="0" destOrd="0" presId="urn:microsoft.com/office/officeart/2005/8/layout/matrix3"/>
    <dgm:cxn modelId="{118C52D9-41C2-48D1-9B14-8D9FCB061947}" srcId="{40606080-9E08-4086-95F2-535EB260D1B6}" destId="{015BE018-F349-499B-8180-B187DB134D29}" srcOrd="2" destOrd="0" parTransId="{7F5C9183-BD60-46AC-8B10-9E41504D9757}" sibTransId="{789163E5-6A75-44AC-B6F2-2B81E26F8EE0}"/>
    <dgm:cxn modelId="{E39088E6-0B93-4226-A860-7CAE9322FB87}" srcId="{40606080-9E08-4086-95F2-535EB260D1B6}" destId="{159AA8AD-6EC2-4D3C-8D06-C4634FB9C27C}" srcOrd="0" destOrd="0" parTransId="{EAD2ADF1-21BB-4B5D-B811-15C4B1279BA9}" sibTransId="{3DE3C7D2-8AA4-43B9-9B52-4DDA9411297C}"/>
    <dgm:cxn modelId="{47E84949-E1AA-4BE5-A0E6-3BAE4AD36010}" type="presParOf" srcId="{D70AA3C4-3B60-43BA-8B41-93D531608BC5}" destId="{FFDED6ED-DD6D-4C9B-8D8B-6873E83BE9A5}" srcOrd="0" destOrd="0" presId="urn:microsoft.com/office/officeart/2005/8/layout/matrix3"/>
    <dgm:cxn modelId="{B0F9A45B-EBBF-47D7-A010-C2A5F09C7525}" type="presParOf" srcId="{D70AA3C4-3B60-43BA-8B41-93D531608BC5}" destId="{01055156-EBBE-47E6-8213-E8753D795F17}" srcOrd="1" destOrd="0" presId="urn:microsoft.com/office/officeart/2005/8/layout/matrix3"/>
    <dgm:cxn modelId="{9A2C59C4-D7D2-4E07-B8E1-2179F0BA85AA}" type="presParOf" srcId="{D70AA3C4-3B60-43BA-8B41-93D531608BC5}" destId="{44D36036-31D7-4C62-AD71-925700E637DF}" srcOrd="2" destOrd="0" presId="urn:microsoft.com/office/officeart/2005/8/layout/matrix3"/>
    <dgm:cxn modelId="{E14029A8-D8B4-4E88-AB22-1D8137D302FE}" type="presParOf" srcId="{D70AA3C4-3B60-43BA-8B41-93D531608BC5}" destId="{D3D36824-161A-4492-BA44-760F280590B4}" srcOrd="3" destOrd="0" presId="urn:microsoft.com/office/officeart/2005/8/layout/matrix3"/>
    <dgm:cxn modelId="{8E46801C-4266-420D-8417-BC75C58AF0B4}" type="presParOf" srcId="{D70AA3C4-3B60-43BA-8B41-93D531608BC5}" destId="{E9A1D89F-90B7-4319-9D30-C55F95FCFA5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96475-48BD-4897-B71B-1AC59B837C6B}">
      <dsp:nvSpPr>
        <dsp:cNvPr id="0" name=""/>
        <dsp:cNvSpPr/>
      </dsp:nvSpPr>
      <dsp:spPr>
        <a:xfrm>
          <a:off x="0" y="707092"/>
          <a:ext cx="5181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D914B7-67EB-4A21-9FCC-217F60475493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6E2795-2C49-409D-8E6F-59E50AD21D98}">
      <dsp:nvSpPr>
        <dsp:cNvPr id="0" name=""/>
        <dsp:cNvSpPr/>
      </dsp:nvSpPr>
      <dsp:spPr>
        <a:xfrm>
          <a:off x="1507738" y="707092"/>
          <a:ext cx="3673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Easy to use, easy to understand writing style.</a:t>
          </a:r>
        </a:p>
      </dsp:txBody>
      <dsp:txXfrm>
        <a:off x="1507738" y="707092"/>
        <a:ext cx="3673861" cy="1305401"/>
      </dsp:txXfrm>
    </dsp:sp>
    <dsp:sp modelId="{C88EC632-6A03-4D36-98B1-F1A18697C59B}">
      <dsp:nvSpPr>
        <dsp:cNvPr id="0" name=""/>
        <dsp:cNvSpPr/>
      </dsp:nvSpPr>
      <dsp:spPr>
        <a:xfrm>
          <a:off x="0" y="2338844"/>
          <a:ext cx="5181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90AF65-CF5F-4DB1-8A8C-C7AE3C150B01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899AAE-1DE7-4143-881F-A760D8A862B9}">
      <dsp:nvSpPr>
        <dsp:cNvPr id="0" name=""/>
        <dsp:cNvSpPr/>
      </dsp:nvSpPr>
      <dsp:spPr>
        <a:xfrm>
          <a:off x="1507738" y="2338844"/>
          <a:ext cx="3673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Made for all ages from Teenagers who are infront of purchasing their first car, to Elders who wish for a better car than their current.</a:t>
          </a:r>
        </a:p>
      </dsp:txBody>
      <dsp:txXfrm>
        <a:off x="1507738" y="2338844"/>
        <a:ext cx="3673861" cy="13054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DED6ED-DD6D-4C9B-8D8B-6873E83BE9A5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055156-EBBE-47E6-8213-E8753D795F17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We still have a long way to go, but!</a:t>
          </a:r>
        </a:p>
      </dsp:txBody>
      <dsp:txXfrm>
        <a:off x="911350" y="496219"/>
        <a:ext cx="1531337" cy="1531337"/>
      </dsp:txXfrm>
    </dsp:sp>
    <dsp:sp modelId="{44D36036-31D7-4C62-AD71-925700E637DF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main page is already done.</a:t>
          </a:r>
        </a:p>
      </dsp:txBody>
      <dsp:txXfrm>
        <a:off x="2738912" y="496219"/>
        <a:ext cx="1531337" cy="1531337"/>
      </dsp:txXfrm>
    </dsp:sp>
    <dsp:sp modelId="{D3D36824-161A-4492-BA44-760F280590B4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Login page was implemented successfully.</a:t>
          </a:r>
        </a:p>
      </dsp:txBody>
      <dsp:txXfrm>
        <a:off x="911350" y="2323781"/>
        <a:ext cx="1531337" cy="1531337"/>
      </dsp:txXfrm>
    </dsp:sp>
    <dsp:sp modelId="{E9A1D89F-90B7-4319-9D30-C55F95FCFA55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Registration page was implemented fantastically</a:t>
          </a:r>
        </a:p>
      </dsp:txBody>
      <dsp:txXfrm>
        <a:off x="2738912" y="2323781"/>
        <a:ext cx="1531337" cy="15313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DED6ED-DD6D-4C9B-8D8B-6873E83BE9A5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055156-EBBE-47E6-8213-E8753D795F17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We gained so much experience together working on this project.</a:t>
          </a:r>
        </a:p>
      </dsp:txBody>
      <dsp:txXfrm>
        <a:off x="911350" y="496219"/>
        <a:ext cx="1531337" cy="1531337"/>
      </dsp:txXfrm>
    </dsp:sp>
    <dsp:sp modelId="{44D36036-31D7-4C62-AD71-925700E637DF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Such as: Learning to work in teams, having tons of workload under constant pressure and fear.</a:t>
          </a:r>
        </a:p>
      </dsp:txBody>
      <dsp:txXfrm>
        <a:off x="2738912" y="496219"/>
        <a:ext cx="1531337" cy="1531337"/>
      </dsp:txXfrm>
    </dsp:sp>
    <dsp:sp modelId="{D3D36824-161A-4492-BA44-760F280590B4}">
      <dsp:nvSpPr>
        <dsp:cNvPr id="0" name=""/>
        <dsp:cNvSpPr/>
      </dsp:nvSpPr>
      <dsp:spPr>
        <a:xfrm>
          <a:off x="1733767" y="2259232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Also </a:t>
          </a:r>
          <a:r>
            <a:rPr lang="en-US" sz="1500" kern="1200" dirty="0" err="1"/>
            <a:t>php</a:t>
          </a:r>
          <a:endParaRPr lang="en-US" sz="1500" kern="1200" dirty="0"/>
        </a:p>
      </dsp:txBody>
      <dsp:txXfrm>
        <a:off x="1816609" y="2342074"/>
        <a:ext cx="1531337" cy="1531337"/>
      </dsp:txXfrm>
    </dsp:sp>
    <dsp:sp modelId="{E9A1D89F-90B7-4319-9D30-C55F95FCFA55}">
      <dsp:nvSpPr>
        <dsp:cNvPr id="0" name=""/>
        <dsp:cNvSpPr/>
      </dsp:nvSpPr>
      <dsp:spPr>
        <a:xfrm>
          <a:off x="5104690" y="4028615"/>
          <a:ext cx="76909" cy="457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DA32B-A813-30E2-ADED-1C63EFC52D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1D64D7-1A83-548E-904C-48BDA9164C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5DE4B-20D7-CA4F-402E-420289871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0EAF-7B5F-4068-9F96-9C07E440F76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E50D0-2E66-E2E2-0197-C7C836CC5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EEBB2-D44A-CEFC-DED2-945ACF81A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F5BC-3C19-439B-8717-AE459576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130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441EB-1B8E-2A43-662C-7C8F4548E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DE30D-A4D2-B382-EA57-99AFC90CD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F26B0-182D-7EAA-C1CD-4E70ED49D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0EAF-7B5F-4068-9F96-9C07E440F76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14972-61F2-73DD-2DFE-8DE874D10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C2A4A-81AB-7E8C-930B-F695BA67A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F5BC-3C19-439B-8717-AE459576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563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815A4-2DC5-AF71-D908-FE8F971AD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A66A3-3D3C-E6B6-AD74-EAE874ACF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F2CFE-9B80-00F6-D081-057172176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0EAF-7B5F-4068-9F96-9C07E440F76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0676D-10C6-A2A7-70D3-FDE9E3215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562FE-6149-182F-5612-1E5474044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F5BC-3C19-439B-8717-AE459576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57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EA079-9A2A-5E19-0C56-A735D2A8D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050A9-E0FE-B5B7-E470-3E1753C49F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60D3F0-ADD9-AB4A-AC9F-B48D6B5DE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D58FA-2594-F464-089C-B9E681798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0EAF-7B5F-4068-9F96-9C07E440F76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C93D2-2B3E-4A4D-EF46-50070302E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B94F6-4589-2040-9AAE-CF6B8F0F3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F5BC-3C19-439B-8717-AE459576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891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2C981-BA4D-4DFC-60ED-6CFC66DCF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60885-4972-D786-45ED-350350D47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1037A4-0AF8-8FFF-2984-BA4B4FE06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3BC059-8A2E-F2A9-960B-1D4530356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568129-F2A4-4547-56B5-97B2C0A38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898505-F65C-D022-E563-B68BD6961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0EAF-7B5F-4068-9F96-9C07E440F76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8F7BE7-9512-C1ED-EF8B-6EABFE97D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8068A2-8CA7-099A-504C-CBCCD2FC9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F5BC-3C19-439B-8717-AE459576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183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2792F-BE83-237A-B701-0861D233B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8274C1-A2FE-7DA2-56CF-476574C4E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0EAF-7B5F-4068-9F96-9C07E440F76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CB2295-9316-8454-01C3-864B5E242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F5F4D0-BE6C-57D3-CE15-DBD0B20F4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F5BC-3C19-439B-8717-AE459576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287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5D8F39-DDC3-7080-8A21-4B8BEDC2C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0EAF-7B5F-4068-9F96-9C07E440F76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4ED542-2A33-7DB1-91B5-CA6B1B866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A9EFDE-9FDE-4172-8DEA-53D5C5622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F5BC-3C19-439B-8717-AE459576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80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17911-AE23-20EB-E2FD-23F79B35D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0ECAB-0617-D2DB-DAB2-9E52DD55B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CA1186-F432-6DFE-6500-109A110B2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89E225-E5DE-FC43-A4AA-42AEA86DD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0EAF-7B5F-4068-9F96-9C07E440F76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6BFFF-630C-7650-64CE-D9B75920E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F5B9-5C57-C7A4-0E92-3AB3762DF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F5BC-3C19-439B-8717-AE459576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23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A94F-542F-5EBD-300B-B06A1AF5F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C9AE4A-E41C-39BE-AE80-B4F1CAB7C7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45CF4-1EC0-AF1B-E6EF-AA1F1A46C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B4EA9B-F582-7217-2896-E89E98C47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0EAF-7B5F-4068-9F96-9C07E440F76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8FC2DC-D33E-874E-590F-E5BAE7E8F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238DC-C92B-43F5-88BD-A7BCF1204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F5BC-3C19-439B-8717-AE459576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72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8D577-3AB7-4B33-EA1E-3BC082DEA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F18EE-8D79-D4C0-8D90-201B244D4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2D226-607C-A09D-8EBA-82F87EF9C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0EAF-7B5F-4068-9F96-9C07E440F76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7DFFC-A508-0BF2-6380-B3E116E2A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82771-C02B-A724-04B0-21841220C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F5BC-3C19-439B-8717-AE459576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268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E468B6-503B-D0F5-74A9-186B4FF04F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70B7AD-3EAF-B196-FB28-4E981842D7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CAA1A-6A40-D8B9-3A84-B11785478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0EAF-7B5F-4068-9F96-9C07E440F76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07BFC-F127-540F-EECF-E285901C6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F7B4E-3655-9626-7E8B-9C3C42B0D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F5BC-3C19-439B-8717-AE459576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631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4D4E4C-12A3-7924-8602-EFD80CF3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63D3C-FD55-1D5B-8F26-6E27592D0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D0DD9-5DB4-28D4-7178-6BD2F18413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FF0EAF-7B5F-4068-9F96-9C07E440F76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00854-C7F1-496B-A107-049377A67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4B88C-41CE-504C-47A3-35F4D18138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7F5BC-3C19-439B-8717-AE459576E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764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E61B563-A4B2-5783-81AF-A2A053D74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192000" cy="1519356"/>
            <a:chOff x="0" y="-29768"/>
            <a:chExt cx="12202174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0633BBC-8C60-7DC4-F0CC-CE3225109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CC98078-F2A2-725C-ED61-320B63B69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1CD4C03-24F0-57A9-530E-8F2ABABDC5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A270B6B-D8D3-C9F4-52D2-9475014BFE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609902"/>
            <a:ext cx="6924026" cy="913975"/>
          </a:xfrm>
        </p:spPr>
        <p:txBody>
          <a:bodyPr anchor="ctr">
            <a:normAutofit/>
          </a:bodyPr>
          <a:lstStyle/>
          <a:p>
            <a:pPr algn="l"/>
            <a:r>
              <a:rPr lang="pl-PL" sz="3200" dirty="0"/>
              <a:t>GYÁK. Trh s ojazdenými autami</a:t>
            </a:r>
            <a:r>
              <a:rPr lang="en-US" sz="3200" dirty="0">
                <a:solidFill>
                  <a:srgbClr val="FFFFFF"/>
                </a:solidFill>
              </a:rPr>
              <a:t>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AD4EB1-4E5C-5308-F962-6E461723D5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2226" y="5600706"/>
            <a:ext cx="3553475" cy="934080"/>
          </a:xfrm>
        </p:spPr>
        <p:txBody>
          <a:bodyPr anchor="ctr">
            <a:normAutofit/>
          </a:bodyPr>
          <a:lstStyle/>
          <a:p>
            <a:pPr algn="r"/>
            <a:r>
              <a:rPr lang="hu-HU" sz="1800" dirty="0" err="1"/>
              <a:t>Vytvorili</a:t>
            </a:r>
            <a:r>
              <a:rPr lang="hu-HU" sz="1800" dirty="0"/>
              <a:t>: Kováts Dominik, Anda Ákos, Farkas György</a:t>
            </a:r>
            <a:endParaRPr lang="en-US" sz="1800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91287F-1CD9-857C-713F-4CCE768F00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778"/>
          <a:stretch>
            <a:fillRect/>
          </a:stretch>
        </p:blipFill>
        <p:spPr>
          <a:xfrm>
            <a:off x="1" y="10"/>
            <a:ext cx="12191998" cy="5352218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7B913B29-6D2F-4D46-838D-ADDE66C341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719" y="2351606"/>
            <a:ext cx="7641188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834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17CAFE-7A76-AB8F-A3E4-DB226A391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935" y="362536"/>
            <a:ext cx="4368602" cy="195684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pt-BR" sz="5400" dirty="0"/>
              <a:t>Prečo bol tento projekt vytvorený:</a:t>
            </a:r>
            <a:endParaRPr lang="en-US" sz="5000" dirty="0"/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B834E-3624-2870-34AE-92C3A41B16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hu-HU" sz="2400" dirty="0" err="1"/>
              <a:t>Tento</a:t>
            </a:r>
            <a:r>
              <a:rPr lang="hu-HU" sz="2400" dirty="0"/>
              <a:t> projekt </a:t>
            </a:r>
            <a:r>
              <a:rPr lang="hu-HU" sz="2400" dirty="0" err="1"/>
              <a:t>sme</a:t>
            </a:r>
            <a:r>
              <a:rPr lang="hu-HU" sz="2400" dirty="0"/>
              <a:t> </a:t>
            </a:r>
            <a:r>
              <a:rPr lang="hu-HU" sz="2400" dirty="0" err="1"/>
              <a:t>vytvorili</a:t>
            </a:r>
            <a:r>
              <a:rPr lang="hu-HU" sz="2400" dirty="0"/>
              <a:t> s </a:t>
            </a:r>
            <a:r>
              <a:rPr lang="hu-HU" sz="2400" dirty="0" err="1"/>
              <a:t>cieľom</a:t>
            </a:r>
            <a:r>
              <a:rPr lang="hu-HU" sz="2400" dirty="0"/>
              <a:t> </a:t>
            </a:r>
            <a:r>
              <a:rPr lang="hu-HU" sz="2400" dirty="0" err="1"/>
              <a:t>vyriešiť</a:t>
            </a:r>
            <a:r>
              <a:rPr lang="hu-HU" sz="2400" dirty="0"/>
              <a:t> </a:t>
            </a:r>
            <a:r>
              <a:rPr lang="hu-HU" sz="2400" dirty="0" err="1"/>
              <a:t>existujúci</a:t>
            </a:r>
            <a:r>
              <a:rPr lang="hu-HU" sz="2400" dirty="0"/>
              <a:t> </a:t>
            </a:r>
            <a:r>
              <a:rPr lang="hu-HU" sz="2400" dirty="0" err="1"/>
              <a:t>problém</a:t>
            </a:r>
            <a:r>
              <a:rPr lang="hu-HU" sz="2400" dirty="0"/>
              <a:t> na </a:t>
            </a:r>
            <a:r>
              <a:rPr lang="hu-HU" sz="2400" dirty="0" err="1"/>
              <a:t>trhu</a:t>
            </a:r>
            <a:r>
              <a:rPr lang="hu-HU" sz="2400" dirty="0"/>
              <a:t> s </a:t>
            </a:r>
            <a:r>
              <a:rPr lang="hu-HU" sz="2400" dirty="0" err="1"/>
              <a:t>ojazdenými</a:t>
            </a:r>
            <a:r>
              <a:rPr lang="hu-HU" sz="2400" dirty="0"/>
              <a:t> </a:t>
            </a:r>
            <a:r>
              <a:rPr lang="hu-HU" sz="2400" dirty="0" err="1"/>
              <a:t>autami</a:t>
            </a:r>
            <a:r>
              <a:rPr lang="hu-HU" sz="2400" dirty="0"/>
              <a:t>. </a:t>
            </a:r>
            <a:r>
              <a:rPr lang="hu-HU" sz="2400" dirty="0" err="1"/>
              <a:t>Väčšina</a:t>
            </a:r>
            <a:r>
              <a:rPr lang="hu-HU" sz="2400" dirty="0"/>
              <a:t> </a:t>
            </a:r>
            <a:r>
              <a:rPr lang="hu-HU" sz="2400" dirty="0" err="1"/>
              <a:t>áut</a:t>
            </a:r>
            <a:r>
              <a:rPr lang="hu-HU" sz="2400" dirty="0"/>
              <a:t> v </a:t>
            </a:r>
            <a:r>
              <a:rPr lang="hu-HU" sz="2400" dirty="0" err="1"/>
              <a:t>inzerátoch</a:t>
            </a:r>
            <a:r>
              <a:rPr lang="hu-HU" sz="2400" dirty="0"/>
              <a:t> je v </a:t>
            </a:r>
            <a:r>
              <a:rPr lang="hu-HU" sz="2400" dirty="0" err="1"/>
              <a:t>zlom</a:t>
            </a:r>
            <a:r>
              <a:rPr lang="hu-HU" sz="2400" dirty="0"/>
              <a:t> </a:t>
            </a:r>
            <a:r>
              <a:rPr lang="hu-HU" sz="2400" dirty="0" err="1"/>
              <a:t>stave</a:t>
            </a:r>
            <a:r>
              <a:rPr lang="hu-HU" sz="2400" dirty="0"/>
              <a:t>. </a:t>
            </a:r>
            <a:r>
              <a:rPr lang="hu-HU" sz="2400" dirty="0" err="1"/>
              <a:t>Naším</a:t>
            </a:r>
            <a:r>
              <a:rPr lang="hu-HU" sz="2400" dirty="0"/>
              <a:t> </a:t>
            </a:r>
            <a:r>
              <a:rPr lang="hu-HU" sz="2400" dirty="0" err="1"/>
              <a:t>cieľom</a:t>
            </a:r>
            <a:r>
              <a:rPr lang="hu-HU" sz="2400" dirty="0"/>
              <a:t> je </a:t>
            </a:r>
            <a:r>
              <a:rPr lang="hu-HU" sz="2400" dirty="0" err="1"/>
              <a:t>zlepšiť</a:t>
            </a:r>
            <a:r>
              <a:rPr lang="hu-HU" sz="2400" dirty="0"/>
              <a:t> </a:t>
            </a:r>
            <a:r>
              <a:rPr lang="hu-HU" sz="2400" dirty="0" err="1"/>
              <a:t>trh</a:t>
            </a:r>
            <a:r>
              <a:rPr lang="hu-HU" sz="2400" dirty="0"/>
              <a:t> s </a:t>
            </a:r>
            <a:r>
              <a:rPr lang="hu-HU" sz="2400" dirty="0" err="1"/>
              <a:t>ojazdenými</a:t>
            </a:r>
            <a:r>
              <a:rPr lang="hu-HU" sz="2400" dirty="0"/>
              <a:t> </a:t>
            </a:r>
            <a:r>
              <a:rPr lang="hu-HU" sz="2400" dirty="0" err="1"/>
              <a:t>autami</a:t>
            </a:r>
            <a:r>
              <a:rPr lang="hu-HU" sz="2400" dirty="0"/>
              <a:t>. </a:t>
            </a:r>
            <a:r>
              <a:rPr lang="hu-HU" sz="2400" dirty="0" err="1"/>
              <a:t>Chceme</a:t>
            </a:r>
            <a:r>
              <a:rPr lang="hu-HU" sz="2400" dirty="0"/>
              <a:t>, </a:t>
            </a:r>
            <a:r>
              <a:rPr lang="hu-HU" sz="2400" dirty="0" err="1"/>
              <a:t>aby</a:t>
            </a:r>
            <a:r>
              <a:rPr lang="hu-HU" sz="2400" dirty="0"/>
              <a:t> </a:t>
            </a:r>
            <a:r>
              <a:rPr lang="hu-HU" sz="2400" dirty="0" err="1"/>
              <a:t>bol</a:t>
            </a:r>
            <a:r>
              <a:rPr lang="hu-HU" sz="2400" dirty="0"/>
              <a:t> </a:t>
            </a:r>
            <a:r>
              <a:rPr lang="hu-HU" sz="2400" dirty="0" err="1"/>
              <a:t>bez</a:t>
            </a:r>
            <a:r>
              <a:rPr lang="hu-HU" sz="2400" dirty="0"/>
              <a:t> reklám a </a:t>
            </a:r>
            <a:r>
              <a:rPr lang="hu-HU" sz="2400" dirty="0" err="1"/>
              <a:t>podvodov</a:t>
            </a:r>
            <a:r>
              <a:rPr lang="hu-HU" sz="2400" dirty="0"/>
              <a:t>.</a:t>
            </a:r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ABEEC11-4784-BC3E-C084-5513264BEC3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24811" r="22028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10" name="Picture 2" descr="International Day of the Girl: Empowering Refugees">
            <a:extLst>
              <a:ext uri="{FF2B5EF4-FFF2-40B4-BE49-F238E27FC236}">
                <a16:creationId xmlns:a16="http://schemas.microsoft.com/office/drawing/2014/main" id="{3BBFE8D1-5C95-4C5F-ADB0-621D8D95C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313" y="-1050993"/>
            <a:ext cx="8041920" cy="5351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3192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BCD7F0-0C1D-D026-47F0-B85E376DC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z="2800" dirty="0" err="1"/>
              <a:t>Požiadavky</a:t>
            </a:r>
            <a:r>
              <a:rPr lang="hu-HU" sz="2800" dirty="0"/>
              <a:t> </a:t>
            </a:r>
            <a:r>
              <a:rPr lang="hu-HU" sz="2800" dirty="0" err="1"/>
              <a:t>projektu</a:t>
            </a:r>
            <a:endParaRPr lang="en-US" sz="2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762CD-A309-D0D5-BF90-D88E52E567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hu-HU" sz="1800" b="1" dirty="0" err="1"/>
              <a:t>Funkčné</a:t>
            </a:r>
            <a:r>
              <a:rPr lang="hu-HU" sz="1800" b="1" dirty="0"/>
              <a:t> </a:t>
            </a:r>
            <a:r>
              <a:rPr lang="hu-HU" sz="1800" b="1" dirty="0" err="1"/>
              <a:t>požiadavky</a:t>
            </a:r>
            <a:r>
              <a:rPr lang="hu-HU" sz="1800" b="1" dirty="0"/>
              <a:t>:</a:t>
            </a:r>
            <a:endParaRPr lang="hu-HU" sz="1800" dirty="0"/>
          </a:p>
          <a:p>
            <a:r>
              <a:rPr lang="hu-HU" sz="1800" dirty="0" err="1"/>
              <a:t>Prihlasovanie</a:t>
            </a:r>
            <a:r>
              <a:rPr lang="hu-HU" sz="1800" dirty="0"/>
              <a:t> </a:t>
            </a:r>
            <a:r>
              <a:rPr lang="hu-HU" sz="1800" dirty="0" err="1"/>
              <a:t>používateľov</a:t>
            </a:r>
            <a:endParaRPr lang="hu-HU" sz="1800" dirty="0"/>
          </a:p>
          <a:p>
            <a:r>
              <a:rPr lang="hu-HU" sz="1800" dirty="0" err="1"/>
              <a:t>Databáza</a:t>
            </a:r>
            <a:r>
              <a:rPr lang="hu-HU" sz="1800" dirty="0"/>
              <a:t> </a:t>
            </a:r>
            <a:r>
              <a:rPr lang="hu-HU" sz="1800" dirty="0" err="1"/>
              <a:t>všetkých</a:t>
            </a:r>
            <a:r>
              <a:rPr lang="hu-HU" sz="1800" dirty="0"/>
              <a:t> </a:t>
            </a:r>
            <a:r>
              <a:rPr lang="hu-HU" sz="1800" dirty="0" err="1"/>
              <a:t>áut</a:t>
            </a:r>
            <a:r>
              <a:rPr lang="hu-HU" sz="1800" dirty="0"/>
              <a:t> a </a:t>
            </a:r>
            <a:r>
              <a:rPr lang="hu-HU" sz="1800" dirty="0" err="1"/>
              <a:t>používateľov</a:t>
            </a:r>
            <a:endParaRPr lang="hu-HU" sz="1800" dirty="0"/>
          </a:p>
          <a:p>
            <a:r>
              <a:rPr lang="hu-HU" sz="1800" b="1" dirty="0" err="1"/>
              <a:t>Nefunkčné</a:t>
            </a:r>
            <a:r>
              <a:rPr lang="hu-HU" sz="1800" b="1" dirty="0"/>
              <a:t> </a:t>
            </a:r>
            <a:r>
              <a:rPr lang="hu-HU" sz="1800" b="1" dirty="0" err="1"/>
              <a:t>požiadavky</a:t>
            </a:r>
            <a:r>
              <a:rPr lang="hu-HU" sz="1800" b="1" dirty="0"/>
              <a:t>:</a:t>
            </a:r>
            <a:endParaRPr lang="hu-HU" sz="1800" dirty="0"/>
          </a:p>
          <a:p>
            <a:r>
              <a:rPr lang="hu-HU" sz="1800" dirty="0" err="1"/>
              <a:t>Jednoduché</a:t>
            </a:r>
            <a:r>
              <a:rPr lang="hu-HU" sz="1800" dirty="0"/>
              <a:t> </a:t>
            </a:r>
            <a:r>
              <a:rPr lang="hu-HU" sz="1800" dirty="0" err="1"/>
              <a:t>používanie</a:t>
            </a:r>
            <a:r>
              <a:rPr lang="hu-HU" sz="1800" dirty="0"/>
              <a:t> </a:t>
            </a:r>
            <a:r>
              <a:rPr lang="hu-HU" sz="1800" dirty="0" err="1"/>
              <a:t>pre</a:t>
            </a:r>
            <a:r>
              <a:rPr lang="hu-HU" sz="1800" dirty="0"/>
              <a:t> </a:t>
            </a:r>
            <a:r>
              <a:rPr lang="hu-HU" sz="1800" dirty="0" err="1"/>
              <a:t>bežného</a:t>
            </a:r>
            <a:r>
              <a:rPr lang="hu-HU" sz="1800" dirty="0"/>
              <a:t> </a:t>
            </a:r>
            <a:r>
              <a:rPr lang="hu-HU" sz="1800" dirty="0" err="1"/>
              <a:t>používateľa</a:t>
            </a:r>
            <a:endParaRPr lang="hu-HU" sz="1800" dirty="0"/>
          </a:p>
          <a:p>
            <a:r>
              <a:rPr lang="hu-HU" sz="1800" dirty="0" err="1"/>
              <a:t>Rýchle</a:t>
            </a:r>
            <a:r>
              <a:rPr lang="hu-HU" sz="1800" dirty="0"/>
              <a:t> </a:t>
            </a:r>
            <a:r>
              <a:rPr lang="hu-HU" sz="1800" dirty="0" err="1"/>
              <a:t>načítanie</a:t>
            </a:r>
            <a:r>
              <a:rPr lang="hu-HU" sz="1800" dirty="0"/>
              <a:t> </a:t>
            </a:r>
            <a:r>
              <a:rPr lang="hu-HU" sz="1800" dirty="0" err="1"/>
              <a:t>všetkých</a:t>
            </a:r>
            <a:r>
              <a:rPr lang="hu-HU" sz="1800" dirty="0"/>
              <a:t> </a:t>
            </a:r>
            <a:r>
              <a:rPr lang="hu-HU" sz="1800" dirty="0" err="1"/>
              <a:t>stránok</a:t>
            </a:r>
            <a:endParaRPr lang="hu-HU" sz="1800" dirty="0"/>
          </a:p>
          <a:p>
            <a:r>
              <a:rPr lang="hu-HU" sz="1800" dirty="0" err="1"/>
              <a:t>Bezpečná</a:t>
            </a:r>
            <a:r>
              <a:rPr lang="hu-HU" sz="1800" dirty="0"/>
              <a:t> </a:t>
            </a:r>
            <a:r>
              <a:rPr lang="hu-HU" sz="1800" dirty="0" err="1"/>
              <a:t>databáza</a:t>
            </a:r>
            <a:endParaRPr lang="hu-HU" sz="18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8345D9A-30C0-090C-66A0-E5F6ECE2700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455672" y="1425609"/>
            <a:ext cx="7511291" cy="4006782"/>
          </a:xfrm>
          <a:prstGeom prst="rect">
            <a:avLst/>
          </a:prstGeom>
        </p:spPr>
      </p:pic>
      <p:pic>
        <p:nvPicPr>
          <p:cNvPr id="4" name="-    -   ">
            <a:hlinkClick r:id="" action="ppaction://media"/>
            <a:extLst>
              <a:ext uri="{FF2B5EF4-FFF2-40B4-BE49-F238E27FC236}">
                <a16:creationId xmlns:a16="http://schemas.microsoft.com/office/drawing/2014/main" id="{017206EA-D2EE-4148-9CA8-D92415EBA2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123503" y="17681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518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64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DDD4D8-8608-60D3-9F8C-C670DC993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 sz="4000" dirty="0" err="1"/>
              <a:t>Návrh</a:t>
            </a:r>
            <a:r>
              <a:rPr lang="hu-HU" sz="4000" dirty="0"/>
              <a:t> </a:t>
            </a:r>
            <a:r>
              <a:rPr lang="hu-HU" sz="4000" dirty="0" err="1"/>
              <a:t>databázy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76A7D-BC84-B6A4-F759-B01E394C1E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4923" y="2405894"/>
            <a:ext cx="5315189" cy="35350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2000" b="1" dirty="0"/>
              <a:t>ER diagram:</a:t>
            </a:r>
            <a:br>
              <a:rPr lang="hu-HU" sz="2000" dirty="0"/>
            </a:br>
            <a:r>
              <a:rPr lang="hu-HU" sz="2000" dirty="0" err="1"/>
              <a:t>Moderná</a:t>
            </a:r>
            <a:r>
              <a:rPr lang="hu-HU" sz="2000" dirty="0"/>
              <a:t> </a:t>
            </a:r>
            <a:r>
              <a:rPr lang="hu-HU" sz="2000" dirty="0" err="1"/>
              <a:t>databáza</a:t>
            </a:r>
            <a:r>
              <a:rPr lang="hu-HU" sz="2000" dirty="0"/>
              <a:t> </a:t>
            </a:r>
            <a:r>
              <a:rPr lang="hu-HU" sz="2000" dirty="0" err="1"/>
              <a:t>založená</a:t>
            </a:r>
            <a:r>
              <a:rPr lang="hu-HU" sz="2000" dirty="0"/>
              <a:t> na PHP</a:t>
            </a:r>
            <a:br>
              <a:rPr lang="hu-HU" sz="2000" dirty="0"/>
            </a:br>
            <a:r>
              <a:rPr lang="hu-HU" sz="2000" dirty="0" err="1"/>
              <a:t>Jasné</a:t>
            </a:r>
            <a:r>
              <a:rPr lang="hu-HU" sz="2000" dirty="0"/>
              <a:t> </a:t>
            </a:r>
            <a:r>
              <a:rPr lang="hu-HU" sz="2000" dirty="0" err="1"/>
              <a:t>používanie</a:t>
            </a:r>
            <a:r>
              <a:rPr lang="hu-HU" sz="2000" dirty="0"/>
              <a:t> </a:t>
            </a:r>
            <a:r>
              <a:rPr lang="hu-HU" sz="2000" dirty="0" err="1"/>
              <a:t>cudzích</a:t>
            </a:r>
            <a:r>
              <a:rPr lang="hu-HU" sz="2000" dirty="0"/>
              <a:t> </a:t>
            </a:r>
            <a:r>
              <a:rPr lang="hu-HU" sz="2000" dirty="0" err="1"/>
              <a:t>kľúčov</a:t>
            </a:r>
            <a:r>
              <a:rPr lang="hu-HU" sz="2000" dirty="0"/>
              <a:t> (</a:t>
            </a:r>
            <a:r>
              <a:rPr lang="hu-HU" sz="2000" dirty="0" err="1"/>
              <a:t>foreign</a:t>
            </a:r>
            <a:r>
              <a:rPr lang="hu-HU" sz="2000" dirty="0"/>
              <a:t> </a:t>
            </a:r>
            <a:r>
              <a:rPr lang="hu-HU" sz="2000" dirty="0" err="1"/>
              <a:t>keys</a:t>
            </a:r>
            <a:r>
              <a:rPr lang="hu-HU" sz="2000" dirty="0"/>
              <a:t>) a </a:t>
            </a:r>
            <a:r>
              <a:rPr lang="hu-HU" sz="2000" dirty="0" err="1"/>
              <a:t>primárnych</a:t>
            </a:r>
            <a:r>
              <a:rPr lang="hu-HU" sz="2000" dirty="0"/>
              <a:t> </a:t>
            </a:r>
            <a:r>
              <a:rPr lang="hu-HU" sz="2000" dirty="0" err="1"/>
              <a:t>kľúčov</a:t>
            </a:r>
            <a:r>
              <a:rPr lang="hu-HU" sz="2000" dirty="0"/>
              <a:t> </a:t>
            </a:r>
            <a:r>
              <a:rPr lang="hu-HU" sz="2000" dirty="0" err="1"/>
              <a:t>pre</a:t>
            </a:r>
            <a:r>
              <a:rPr lang="hu-HU" sz="2000" dirty="0"/>
              <a:t> </a:t>
            </a:r>
            <a:r>
              <a:rPr lang="hu-HU" sz="2000" dirty="0" err="1"/>
              <a:t>lepšiu</a:t>
            </a:r>
            <a:r>
              <a:rPr lang="hu-HU" sz="2000" dirty="0"/>
              <a:t> </a:t>
            </a:r>
            <a:r>
              <a:rPr lang="hu-HU" sz="2000" dirty="0" err="1"/>
              <a:t>štruktúru</a:t>
            </a:r>
            <a:r>
              <a:rPr lang="hu-HU" sz="2000" dirty="0"/>
              <a:t>.</a:t>
            </a:r>
            <a:endParaRPr lang="en-US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Kép 1" descr="A képen szöveg, képernyőkép, szoftver, Multimédiás szoftver látható">
            <a:extLst>
              <a:ext uri="{FF2B5EF4-FFF2-40B4-BE49-F238E27FC236}">
                <a16:creationId xmlns:a16="http://schemas.microsoft.com/office/drawing/2014/main" id="{CF30E659-49D7-C80B-6F7E-FDE5E10A74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994734" y="909081"/>
            <a:ext cx="2332996" cy="5071731"/>
          </a:xfrm>
          <a:prstGeom prst="rect">
            <a:avLst/>
          </a:prstGeom>
        </p:spPr>
      </p:pic>
      <p:pic>
        <p:nvPicPr>
          <p:cNvPr id="1026" name="Picture 2" descr="Migrants Boat Stock Illustrations – 272 Migrants Boat Stock Illustrations,  Vectors &amp; Clipart - Dreamstime">
            <a:extLst>
              <a:ext uri="{FF2B5EF4-FFF2-40B4-BE49-F238E27FC236}">
                <a16:creationId xmlns:a16="http://schemas.microsoft.com/office/drawing/2014/main" id="{D77F5714-DEA1-4031-88CA-5C11091C8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248" y="2405894"/>
            <a:ext cx="4092521" cy="4092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226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1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1E870E-9FF2-DEFB-49CA-E9C931AD8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 sz="4000" dirty="0"/>
              <a:t>Architektúra </a:t>
            </a:r>
            <a:r>
              <a:rPr lang="hu-HU" sz="4000" dirty="0" err="1"/>
              <a:t>systému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7BF4AC-F933-854F-A154-1AF5E6C0A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4923" y="2405894"/>
            <a:ext cx="5315189" cy="353508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hu-HU" sz="1400" b="1" dirty="0"/>
              <a:t>Frontend:</a:t>
            </a:r>
            <a:endParaRPr lang="hu-HU" sz="1400" dirty="0"/>
          </a:p>
          <a:p>
            <a:r>
              <a:rPr lang="hu-HU" sz="1400" dirty="0" err="1"/>
              <a:t>React</a:t>
            </a:r>
            <a:r>
              <a:rPr lang="hu-HU" sz="1400" dirty="0"/>
              <a:t> JS</a:t>
            </a:r>
          </a:p>
          <a:p>
            <a:r>
              <a:rPr lang="hu-HU" sz="1400" dirty="0"/>
              <a:t>JavaScript (ES6+)</a:t>
            </a:r>
          </a:p>
          <a:p>
            <a:r>
              <a:rPr lang="hu-HU" sz="1400" dirty="0"/>
              <a:t>HTML5, CSS3</a:t>
            </a:r>
          </a:p>
          <a:p>
            <a:r>
              <a:rPr lang="hu-HU" sz="1400" b="1" dirty="0"/>
              <a:t>Backend:</a:t>
            </a:r>
            <a:endParaRPr lang="hu-HU" sz="1400" dirty="0"/>
          </a:p>
          <a:p>
            <a:r>
              <a:rPr lang="hu-HU" sz="1400" dirty="0"/>
              <a:t>PHP REST API</a:t>
            </a:r>
          </a:p>
          <a:p>
            <a:r>
              <a:rPr lang="hu-HU" sz="1400" b="1" dirty="0" err="1"/>
              <a:t>Databáza</a:t>
            </a:r>
            <a:r>
              <a:rPr lang="hu-HU" sz="1400" b="1" dirty="0"/>
              <a:t>:</a:t>
            </a:r>
            <a:endParaRPr lang="hu-HU" sz="1400" dirty="0"/>
          </a:p>
          <a:p>
            <a:r>
              <a:rPr lang="hu-HU" sz="1400" dirty="0" err="1"/>
              <a:t>MySQL</a:t>
            </a:r>
            <a:endParaRPr lang="hu-HU" sz="1400" dirty="0"/>
          </a:p>
          <a:p>
            <a:r>
              <a:rPr lang="hu-HU" sz="1400" b="1" dirty="0" err="1"/>
              <a:t>Vývojové</a:t>
            </a:r>
            <a:r>
              <a:rPr lang="hu-HU" sz="1400" b="1" dirty="0"/>
              <a:t> </a:t>
            </a:r>
            <a:r>
              <a:rPr lang="hu-HU" sz="1400" b="1" dirty="0" err="1"/>
              <a:t>nástroje</a:t>
            </a:r>
            <a:r>
              <a:rPr lang="hu-HU" sz="1400" b="1" dirty="0"/>
              <a:t> (</a:t>
            </a:r>
            <a:r>
              <a:rPr lang="hu-HU" sz="1400" b="1" dirty="0" err="1"/>
              <a:t>tzv</a:t>
            </a:r>
            <a:r>
              <a:rPr lang="hu-HU" sz="1400" b="1" dirty="0"/>
              <a:t>. </a:t>
            </a:r>
            <a:r>
              <a:rPr lang="hu-HU" sz="1400" b="1" dirty="0" err="1"/>
              <a:t>čestné</a:t>
            </a:r>
            <a:r>
              <a:rPr lang="hu-HU" sz="1400" b="1" dirty="0"/>
              <a:t> </a:t>
            </a:r>
            <a:r>
              <a:rPr lang="hu-HU" sz="1400" b="1" dirty="0" err="1"/>
              <a:t>zmienky</a:t>
            </a:r>
            <a:r>
              <a:rPr lang="hu-HU" sz="1400" b="1" dirty="0"/>
              <a:t> 😅):</a:t>
            </a:r>
            <a:endParaRPr lang="hu-HU" sz="1400" dirty="0"/>
          </a:p>
          <a:p>
            <a:r>
              <a:rPr lang="hu-HU" sz="1400" dirty="0"/>
              <a:t>Visual </a:t>
            </a:r>
            <a:r>
              <a:rPr lang="hu-HU" sz="1400" dirty="0" err="1"/>
              <a:t>Studio</a:t>
            </a:r>
            <a:r>
              <a:rPr lang="hu-HU" sz="1400" dirty="0"/>
              <a:t> </a:t>
            </a:r>
            <a:r>
              <a:rPr lang="hu-HU" sz="1400" dirty="0" err="1"/>
              <a:t>Code</a:t>
            </a:r>
            <a:endParaRPr lang="hu-HU" sz="1400" dirty="0"/>
          </a:p>
          <a:p>
            <a:r>
              <a:rPr lang="hu-HU" sz="1400" dirty="0"/>
              <a:t>GitHub</a:t>
            </a:r>
          </a:p>
          <a:p>
            <a:r>
              <a:rPr lang="hu-HU" sz="1400" dirty="0"/>
              <a:t>XAMPP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66E5E68-B24D-14F4-F43B-78A8502379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73887" y="1323505"/>
            <a:ext cx="7470808" cy="394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005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9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0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1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2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3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7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8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9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0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1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43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44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5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6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7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5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5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59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60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1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2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63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7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68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9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70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71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7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7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7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7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83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84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5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6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87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9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9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9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99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00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01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02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3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A897A-7B77-479C-8558-FB52542AB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Používateľské</a:t>
            </a:r>
            <a:r>
              <a:rPr lang="hu-HU" dirty="0"/>
              <a:t> </a:t>
            </a:r>
            <a:r>
              <a:rPr lang="hu-HU" dirty="0" err="1"/>
              <a:t>rozhranie</a:t>
            </a:r>
            <a:endParaRPr lang="en-US" dirty="0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59BED5DF-E9F3-1885-8D73-E0EAEAB09A7F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38A7AA-3AC3-9355-C6EC-A7C648AD71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hu-HU" dirty="0" err="1"/>
              <a:t>Bola</a:t>
            </a:r>
            <a:r>
              <a:rPr lang="hu-HU" dirty="0"/>
              <a:t> </a:t>
            </a:r>
            <a:r>
              <a:rPr lang="hu-HU" dirty="0" err="1"/>
              <a:t>implementovaná</a:t>
            </a:r>
            <a:r>
              <a:rPr lang="hu-HU" dirty="0"/>
              <a:t> </a:t>
            </a:r>
            <a:r>
              <a:rPr lang="hu-HU" dirty="0" err="1"/>
              <a:t>funkcia</a:t>
            </a:r>
            <a:r>
              <a:rPr lang="hu-HU" dirty="0"/>
              <a:t> </a:t>
            </a:r>
            <a:r>
              <a:rPr lang="hu-HU" dirty="0" err="1"/>
              <a:t>viacnásobného</a:t>
            </a:r>
            <a:r>
              <a:rPr lang="hu-HU" dirty="0"/>
              <a:t> </a:t>
            </a:r>
            <a:r>
              <a:rPr lang="hu-HU" dirty="0" err="1"/>
              <a:t>vyhľadávania</a:t>
            </a:r>
            <a:r>
              <a:rPr lang="hu-HU" dirty="0"/>
              <a:t>, </a:t>
            </a:r>
            <a:r>
              <a:rPr lang="hu-HU" dirty="0" err="1"/>
              <a:t>ktorá</a:t>
            </a:r>
            <a:r>
              <a:rPr lang="hu-HU" dirty="0"/>
              <a:t> </a:t>
            </a:r>
            <a:r>
              <a:rPr lang="hu-HU" dirty="0" err="1"/>
              <a:t>umožňuje</a:t>
            </a:r>
            <a:r>
              <a:rPr lang="hu-HU" dirty="0"/>
              <a:t> </a:t>
            </a:r>
            <a:r>
              <a:rPr lang="hu-HU" dirty="0" err="1"/>
              <a:t>filtrovanie</a:t>
            </a:r>
            <a:r>
              <a:rPr lang="hu-HU" dirty="0"/>
              <a:t> </a:t>
            </a:r>
            <a:r>
              <a:rPr lang="hu-HU" dirty="0" err="1"/>
              <a:t>podľa</a:t>
            </a:r>
            <a:r>
              <a:rPr lang="hu-HU" dirty="0"/>
              <a:t> </a:t>
            </a:r>
            <a:r>
              <a:rPr lang="hu-HU" dirty="0" err="1"/>
              <a:t>značky</a:t>
            </a:r>
            <a:r>
              <a:rPr lang="hu-HU" dirty="0"/>
              <a:t>, </a:t>
            </a:r>
            <a:r>
              <a:rPr lang="hu-HU" dirty="0" err="1"/>
              <a:t>cenového</a:t>
            </a:r>
            <a:r>
              <a:rPr lang="hu-HU" dirty="0"/>
              <a:t> </a:t>
            </a:r>
            <a:r>
              <a:rPr lang="hu-HU" dirty="0" err="1"/>
              <a:t>rozpätia</a:t>
            </a:r>
            <a:r>
              <a:rPr lang="hu-HU" dirty="0"/>
              <a:t>, </a:t>
            </a:r>
            <a:r>
              <a:rPr lang="hu-HU" dirty="0" err="1"/>
              <a:t>typu</a:t>
            </a:r>
            <a:r>
              <a:rPr lang="hu-HU" dirty="0"/>
              <a:t> a </a:t>
            </a:r>
            <a:r>
              <a:rPr lang="hu-HU" dirty="0" err="1"/>
              <a:t>roku</a:t>
            </a:r>
            <a:r>
              <a:rPr lang="hu-HU" dirty="0"/>
              <a:t> </a:t>
            </a:r>
            <a:r>
              <a:rPr lang="hu-HU" dirty="0" err="1"/>
              <a:t>výroby</a:t>
            </a:r>
            <a:r>
              <a:rPr lang="hu-HU" dirty="0"/>
              <a:t>.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BF4098-3EB9-BDF0-79E4-AA744AA9D9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4954" y="772160"/>
            <a:ext cx="4956091" cy="234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661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" dur="500" fill="hold"/>
                                        <p:tgtEl>
                                          <p:spTgt spid="8">
                                            <p:graphicEl>
                                              <a:dgm id="{BE396475-48BD-4897-B71B-1AC59B837C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graphicEl>
                                              <a:dgm id="{BE396475-48BD-4897-B71B-1AC59B837C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graphicEl>
                                              <a:dgm id="{BE396475-48BD-4897-B71B-1AC59B837C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8">
                                            <p:graphicEl>
                                              <a:dgm id="{BE396475-48BD-4897-B71B-1AC59B837C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8" dur="500" fill="hold"/>
                                        <p:tgtEl>
                                          <p:spTgt spid="8">
                                            <p:graphicEl>
                                              <a:dgm id="{A7D914B7-67EB-4A21-9FCC-217F604754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9" dur="500" fill="hold"/>
                                        <p:tgtEl>
                                          <p:spTgt spid="8">
                                            <p:graphicEl>
                                              <a:dgm id="{A7D914B7-67EB-4A21-9FCC-217F604754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0" dur="500" fill="hold"/>
                                        <p:tgtEl>
                                          <p:spTgt spid="8">
                                            <p:graphicEl>
                                              <a:dgm id="{A7D914B7-67EB-4A21-9FCC-217F604754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8">
                                            <p:graphicEl>
                                              <a:dgm id="{A7D914B7-67EB-4A21-9FCC-217F604754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3" dur="500" fill="hold"/>
                                        <p:tgtEl>
                                          <p:spTgt spid="8">
                                            <p:graphicEl>
                                              <a:dgm id="{DA6E2795-2C49-409D-8E6F-59E50AD21D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4" dur="500" fill="hold"/>
                                        <p:tgtEl>
                                          <p:spTgt spid="8">
                                            <p:graphicEl>
                                              <a:dgm id="{DA6E2795-2C49-409D-8E6F-59E50AD21D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5" dur="500" fill="hold"/>
                                        <p:tgtEl>
                                          <p:spTgt spid="8">
                                            <p:graphicEl>
                                              <a:dgm id="{DA6E2795-2C49-409D-8E6F-59E50AD21D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8">
                                            <p:graphicEl>
                                              <a:dgm id="{DA6E2795-2C49-409D-8E6F-59E50AD21D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8" dur="500" fill="hold"/>
                                        <p:tgtEl>
                                          <p:spTgt spid="8">
                                            <p:graphicEl>
                                              <a:dgm id="{3D90AF65-CF5F-4DB1-8A8C-C7AE3C150B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9" dur="500" fill="hold"/>
                                        <p:tgtEl>
                                          <p:spTgt spid="8">
                                            <p:graphicEl>
                                              <a:dgm id="{3D90AF65-CF5F-4DB1-8A8C-C7AE3C150B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0" dur="500" fill="hold"/>
                                        <p:tgtEl>
                                          <p:spTgt spid="8">
                                            <p:graphicEl>
                                              <a:dgm id="{3D90AF65-CF5F-4DB1-8A8C-C7AE3C150B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8">
                                            <p:graphicEl>
                                              <a:dgm id="{3D90AF65-CF5F-4DB1-8A8C-C7AE3C150B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3" dur="500" fill="hold"/>
                                        <p:tgtEl>
                                          <p:spTgt spid="8">
                                            <p:graphicEl>
                                              <a:dgm id="{C88EC632-6A03-4D36-98B1-F1A18697C5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4" dur="500" fill="hold"/>
                                        <p:tgtEl>
                                          <p:spTgt spid="8">
                                            <p:graphicEl>
                                              <a:dgm id="{C88EC632-6A03-4D36-98B1-F1A18697C5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5" dur="500" fill="hold"/>
                                        <p:tgtEl>
                                          <p:spTgt spid="8">
                                            <p:graphicEl>
                                              <a:dgm id="{C88EC632-6A03-4D36-98B1-F1A18697C5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8">
                                            <p:graphicEl>
                                              <a:dgm id="{C88EC632-6A03-4D36-98B1-F1A18697C5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8" dur="500" fill="hold"/>
                                        <p:tgtEl>
                                          <p:spTgt spid="8">
                                            <p:graphicEl>
                                              <a:dgm id="{17899AAE-1DE7-4143-881F-A760D8A862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9" dur="500" fill="hold"/>
                                        <p:tgtEl>
                                          <p:spTgt spid="8">
                                            <p:graphicEl>
                                              <a:dgm id="{17899AAE-1DE7-4143-881F-A760D8A862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0" dur="500" fill="hold"/>
                                        <p:tgtEl>
                                          <p:spTgt spid="8">
                                            <p:graphicEl>
                                              <a:dgm id="{17899AAE-1DE7-4143-881F-A760D8A862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8">
                                            <p:graphicEl>
                                              <a:dgm id="{17899AAE-1DE7-4143-881F-A760D8A862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8" grpId="0">
        <p:bldSub>
          <a:bldDgm/>
        </p:bldSub>
      </p:bldGraphic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BCA156-1F8E-B3D6-0BB8-FA304B347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hu-HU" sz="3600" dirty="0" err="1"/>
              <a:t>Budúce</a:t>
            </a:r>
            <a:r>
              <a:rPr lang="hu-HU" sz="3600" dirty="0"/>
              <a:t> </a:t>
            </a:r>
            <a:r>
              <a:rPr lang="hu-HU" sz="3600" dirty="0" err="1"/>
              <a:t>vylepšenia</a:t>
            </a:r>
            <a:endParaRPr lang="en-US" sz="3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4DB22-41C7-8EF3-11C1-BD0402C64F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427283" cy="4363844"/>
          </a:xfrm>
        </p:spPr>
        <p:txBody>
          <a:bodyPr>
            <a:normAutofit/>
          </a:bodyPr>
          <a:lstStyle/>
          <a:p>
            <a:r>
              <a:rPr lang="hu-HU" sz="2000" dirty="0" err="1"/>
              <a:t>Plánujeme</a:t>
            </a:r>
            <a:r>
              <a:rPr lang="hu-HU" sz="2000" dirty="0"/>
              <a:t> </a:t>
            </a:r>
            <a:r>
              <a:rPr lang="hu-HU" sz="2000" dirty="0" err="1"/>
              <a:t>pridať</a:t>
            </a:r>
            <a:r>
              <a:rPr lang="hu-HU" sz="2000" dirty="0"/>
              <a:t> </a:t>
            </a:r>
            <a:r>
              <a:rPr lang="hu-HU" sz="2000" dirty="0" err="1"/>
              <a:t>asistenta</a:t>
            </a:r>
            <a:r>
              <a:rPr lang="hu-HU" sz="2000" dirty="0"/>
              <a:t> </a:t>
            </a:r>
            <a:r>
              <a:rPr lang="hu-HU" sz="2000" dirty="0" err="1"/>
              <a:t>založeného</a:t>
            </a:r>
            <a:r>
              <a:rPr lang="hu-HU" sz="2000" dirty="0"/>
              <a:t> na </a:t>
            </a:r>
            <a:r>
              <a:rPr lang="hu-HU" sz="2000" dirty="0" err="1"/>
              <a:t>umelej</a:t>
            </a:r>
            <a:r>
              <a:rPr lang="hu-HU" sz="2000" dirty="0"/>
              <a:t> </a:t>
            </a:r>
            <a:r>
              <a:rPr lang="hu-HU" sz="2000" dirty="0" err="1"/>
              <a:t>inteligencii</a:t>
            </a:r>
            <a:r>
              <a:rPr lang="hu-HU" sz="2000" dirty="0"/>
              <a:t>, </a:t>
            </a:r>
            <a:r>
              <a:rPr lang="hu-HU" sz="2000" dirty="0" err="1"/>
              <a:t>ktorý</a:t>
            </a:r>
            <a:r>
              <a:rPr lang="hu-HU" sz="2000" dirty="0"/>
              <a:t> </a:t>
            </a:r>
            <a:r>
              <a:rPr lang="hu-HU" sz="2000" dirty="0" err="1"/>
              <a:t>pomôže</a:t>
            </a:r>
            <a:r>
              <a:rPr lang="hu-HU" sz="2000" dirty="0"/>
              <a:t> </a:t>
            </a:r>
            <a:r>
              <a:rPr lang="hu-HU" sz="2000" dirty="0" err="1"/>
              <a:t>ľuďom</a:t>
            </a:r>
            <a:r>
              <a:rPr lang="hu-HU" sz="2000" dirty="0"/>
              <a:t> </a:t>
            </a:r>
            <a:r>
              <a:rPr lang="hu-HU" sz="2000" dirty="0" err="1"/>
              <a:t>vybrať</a:t>
            </a:r>
            <a:r>
              <a:rPr lang="hu-HU" sz="2000" dirty="0"/>
              <a:t> </a:t>
            </a:r>
            <a:r>
              <a:rPr lang="hu-HU" sz="2000" dirty="0" err="1"/>
              <a:t>najlepšie</a:t>
            </a:r>
            <a:r>
              <a:rPr lang="hu-HU" sz="2000" dirty="0"/>
              <a:t> </a:t>
            </a:r>
            <a:r>
              <a:rPr lang="hu-HU" sz="2000" dirty="0" err="1"/>
              <a:t>auto</a:t>
            </a:r>
            <a:r>
              <a:rPr lang="hu-HU" sz="2000" dirty="0"/>
              <a:t> </a:t>
            </a:r>
            <a:r>
              <a:rPr lang="hu-HU" sz="2000" dirty="0" err="1"/>
              <a:t>podľa</a:t>
            </a:r>
            <a:r>
              <a:rPr lang="hu-HU" sz="2000" dirty="0"/>
              <a:t> </a:t>
            </a:r>
            <a:r>
              <a:rPr lang="hu-HU" sz="2000" dirty="0" err="1"/>
              <a:t>ich</a:t>
            </a:r>
            <a:r>
              <a:rPr lang="hu-HU" sz="2000" dirty="0"/>
              <a:t> </a:t>
            </a:r>
            <a:r>
              <a:rPr lang="hu-HU" sz="2000" dirty="0" err="1"/>
              <a:t>potrieb</a:t>
            </a:r>
            <a:r>
              <a:rPr lang="hu-HU" sz="2000" dirty="0"/>
              <a:t>.</a:t>
            </a:r>
            <a:br>
              <a:rPr lang="hu-HU" sz="2000" dirty="0"/>
            </a:br>
            <a:r>
              <a:rPr lang="hu-HU" sz="2000" dirty="0" err="1"/>
              <a:t>Radi</a:t>
            </a:r>
            <a:r>
              <a:rPr lang="hu-HU" sz="2000" dirty="0"/>
              <a:t> </a:t>
            </a:r>
            <a:r>
              <a:rPr lang="hu-HU" sz="2000" dirty="0" err="1"/>
              <a:t>by</a:t>
            </a:r>
            <a:r>
              <a:rPr lang="hu-HU" sz="2000" dirty="0"/>
              <a:t> </a:t>
            </a:r>
            <a:r>
              <a:rPr lang="hu-HU" sz="2000" dirty="0" err="1"/>
              <a:t>sme</a:t>
            </a:r>
            <a:r>
              <a:rPr lang="hu-HU" sz="2000" dirty="0"/>
              <a:t> </a:t>
            </a:r>
            <a:r>
              <a:rPr lang="hu-HU" sz="2000" dirty="0" err="1"/>
              <a:t>tiež</a:t>
            </a:r>
            <a:r>
              <a:rPr lang="hu-HU" sz="2000" dirty="0"/>
              <a:t> </a:t>
            </a:r>
            <a:r>
              <a:rPr lang="hu-HU" sz="2000" dirty="0" err="1"/>
              <a:t>pridali</a:t>
            </a:r>
            <a:r>
              <a:rPr lang="hu-HU" sz="2000" dirty="0"/>
              <a:t> </a:t>
            </a:r>
            <a:r>
              <a:rPr lang="hu-HU" sz="2000" dirty="0" err="1"/>
              <a:t>navigačný</a:t>
            </a:r>
            <a:r>
              <a:rPr lang="hu-HU" sz="2000" dirty="0"/>
              <a:t> panel </a:t>
            </a:r>
            <a:r>
              <a:rPr lang="hu-HU" sz="2000" dirty="0" err="1"/>
              <a:t>pre</a:t>
            </a:r>
            <a:r>
              <a:rPr lang="hu-HU" sz="2000" dirty="0"/>
              <a:t> </a:t>
            </a:r>
            <a:r>
              <a:rPr lang="hu-HU" sz="2000" dirty="0" err="1"/>
              <a:t>ďalšie</a:t>
            </a:r>
            <a:r>
              <a:rPr lang="hu-HU" sz="2000" dirty="0"/>
              <a:t> </a:t>
            </a:r>
            <a:r>
              <a:rPr lang="hu-HU" sz="2000" dirty="0" err="1"/>
              <a:t>vylepšenia</a:t>
            </a:r>
            <a:r>
              <a:rPr lang="hu-HU" sz="2000" dirty="0"/>
              <a:t> </a:t>
            </a:r>
            <a:r>
              <a:rPr lang="hu-HU" sz="2000" dirty="0" err="1"/>
              <a:t>stránky</a:t>
            </a:r>
            <a:r>
              <a:rPr lang="hu-HU" sz="2000" dirty="0"/>
              <a:t>.</a:t>
            </a:r>
            <a:br>
              <a:rPr lang="hu-HU" sz="2000" dirty="0"/>
            </a:br>
            <a:r>
              <a:rPr lang="hu-HU" sz="2000" dirty="0" err="1"/>
              <a:t>Nové</a:t>
            </a:r>
            <a:r>
              <a:rPr lang="hu-HU" sz="2000" dirty="0"/>
              <a:t>, </a:t>
            </a:r>
            <a:r>
              <a:rPr lang="hu-HU" sz="2000" dirty="0" err="1"/>
              <a:t>vylepšené</a:t>
            </a:r>
            <a:r>
              <a:rPr lang="hu-HU" sz="2000" dirty="0"/>
              <a:t> </a:t>
            </a:r>
            <a:r>
              <a:rPr lang="hu-HU" sz="2000" dirty="0" err="1"/>
              <a:t>bezpečnostné</a:t>
            </a:r>
            <a:r>
              <a:rPr lang="hu-HU" sz="2000" dirty="0"/>
              <a:t> </a:t>
            </a:r>
            <a:r>
              <a:rPr lang="hu-HU" sz="2000" dirty="0" err="1"/>
              <a:t>funkcie</a:t>
            </a:r>
            <a:r>
              <a:rPr lang="hu-HU" sz="2000" dirty="0"/>
              <a:t> </a:t>
            </a:r>
            <a:r>
              <a:rPr lang="hu-HU" sz="2000" dirty="0" err="1"/>
              <a:t>pripravené</a:t>
            </a:r>
            <a:r>
              <a:rPr lang="hu-HU" sz="2000" dirty="0"/>
              <a:t> na </a:t>
            </a:r>
            <a:r>
              <a:rPr lang="hu-HU" sz="2000" dirty="0" err="1"/>
              <a:t>budúcnosť</a:t>
            </a:r>
            <a:r>
              <a:rPr lang="hu-HU" sz="2000" dirty="0"/>
              <a:t>.</a:t>
            </a:r>
            <a:endParaRPr lang="en-US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0BC8AA-B9F6-AB1F-8C86-14BD7D6159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3197701" cy="4363844"/>
          </a:xfrm>
        </p:spPr>
        <p:txBody>
          <a:bodyPr>
            <a:normAutofit/>
          </a:bodyPr>
          <a:lstStyle/>
          <a:p>
            <a:r>
              <a:rPr lang="hu-HU" sz="2000" b="1" dirty="0" err="1"/>
              <a:t>Škálovateľnosť</a:t>
            </a:r>
            <a:r>
              <a:rPr lang="hu-HU" sz="2000" b="1" dirty="0"/>
              <a:t>:</a:t>
            </a:r>
            <a:br>
              <a:rPr lang="hu-HU" sz="2000" dirty="0"/>
            </a:br>
            <a:r>
              <a:rPr lang="hu-HU" sz="2000" dirty="0" err="1"/>
              <a:t>Chceme</a:t>
            </a:r>
            <a:r>
              <a:rPr lang="hu-HU" sz="2000" dirty="0"/>
              <a:t> </a:t>
            </a:r>
            <a:r>
              <a:rPr lang="hu-HU" sz="2000" dirty="0" err="1"/>
              <a:t>sa</a:t>
            </a:r>
            <a:r>
              <a:rPr lang="hu-HU" sz="2000" dirty="0"/>
              <a:t> </a:t>
            </a:r>
            <a:r>
              <a:rPr lang="hu-HU" sz="2000" dirty="0" err="1"/>
              <a:t>rozšíriť</a:t>
            </a:r>
            <a:r>
              <a:rPr lang="hu-HU" sz="2000" dirty="0"/>
              <a:t> na </a:t>
            </a:r>
            <a:r>
              <a:rPr lang="hu-HU" sz="2000" dirty="0" err="1"/>
              <a:t>všetky</a:t>
            </a:r>
            <a:r>
              <a:rPr lang="hu-HU" sz="2000" dirty="0"/>
              <a:t> </a:t>
            </a:r>
            <a:r>
              <a:rPr lang="hu-HU" sz="2000" dirty="0" err="1"/>
              <a:t>platformy</a:t>
            </a:r>
            <a:r>
              <a:rPr lang="hu-HU" sz="2000" dirty="0"/>
              <a:t>.</a:t>
            </a:r>
            <a:br>
              <a:rPr lang="hu-HU" sz="2000" dirty="0"/>
            </a:br>
            <a:r>
              <a:rPr lang="hu-HU" sz="2000" dirty="0" err="1"/>
              <a:t>Nechceme</a:t>
            </a:r>
            <a:r>
              <a:rPr lang="hu-HU" sz="2000" dirty="0"/>
              <a:t> </a:t>
            </a:r>
            <a:r>
              <a:rPr lang="hu-HU" sz="2000" dirty="0" err="1"/>
              <a:t>zostať</a:t>
            </a:r>
            <a:r>
              <a:rPr lang="hu-HU" sz="2000" dirty="0"/>
              <a:t> </a:t>
            </a:r>
            <a:r>
              <a:rPr lang="hu-HU" sz="2000" dirty="0" err="1"/>
              <a:t>iba</a:t>
            </a:r>
            <a:r>
              <a:rPr lang="hu-HU" sz="2000" dirty="0"/>
              <a:t> </a:t>
            </a:r>
            <a:r>
              <a:rPr lang="hu-HU" sz="2000" dirty="0" err="1"/>
              <a:t>webovou</a:t>
            </a:r>
            <a:r>
              <a:rPr lang="hu-HU" sz="2000" dirty="0"/>
              <a:t> </a:t>
            </a:r>
            <a:r>
              <a:rPr lang="hu-HU" sz="2000" dirty="0" err="1"/>
              <a:t>stránkou</a:t>
            </a:r>
            <a:r>
              <a:rPr lang="hu-HU" sz="2000" dirty="0"/>
              <a:t>.</a:t>
            </a:r>
            <a:br>
              <a:rPr lang="hu-HU" sz="2000" dirty="0"/>
            </a:br>
            <a:r>
              <a:rPr lang="hu-HU" sz="2000" dirty="0"/>
              <a:t>V </a:t>
            </a:r>
            <a:r>
              <a:rPr lang="hu-HU" sz="2000" dirty="0" err="1"/>
              <a:t>budúcnosti</a:t>
            </a:r>
            <a:r>
              <a:rPr lang="hu-HU" sz="2000" dirty="0"/>
              <a:t> </a:t>
            </a:r>
            <a:r>
              <a:rPr lang="hu-HU" sz="2000" dirty="0" err="1"/>
              <a:t>plánujeme</a:t>
            </a:r>
            <a:r>
              <a:rPr lang="hu-HU" sz="2000" dirty="0"/>
              <a:t> </a:t>
            </a:r>
            <a:r>
              <a:rPr lang="hu-HU" sz="2000" dirty="0" err="1"/>
              <a:t>mobilnú</a:t>
            </a:r>
            <a:r>
              <a:rPr lang="hu-HU" sz="2000" dirty="0"/>
              <a:t> </a:t>
            </a:r>
            <a:r>
              <a:rPr lang="hu-HU" sz="2000" dirty="0" err="1"/>
              <a:t>aplikáciu</a:t>
            </a:r>
            <a:r>
              <a:rPr lang="hu-HU" sz="2000" dirty="0"/>
              <a:t> a </a:t>
            </a:r>
            <a:r>
              <a:rPr lang="hu-HU" sz="2000" dirty="0" err="1"/>
              <a:t>tiež</a:t>
            </a:r>
            <a:r>
              <a:rPr lang="hu-HU" sz="2000" dirty="0"/>
              <a:t> </a:t>
            </a:r>
            <a:r>
              <a:rPr lang="hu-HU" sz="2000" dirty="0" err="1"/>
              <a:t>počítačovú</a:t>
            </a:r>
            <a:r>
              <a:rPr lang="hu-HU" sz="2000" dirty="0"/>
              <a:t> </a:t>
            </a:r>
            <a:r>
              <a:rPr lang="hu-HU" sz="2000" dirty="0" err="1"/>
              <a:t>aplikáciu</a:t>
            </a:r>
            <a:r>
              <a:rPr lang="hu-HU" sz="2000" dirty="0"/>
              <a:t> </a:t>
            </a:r>
            <a:r>
              <a:rPr lang="hu-HU" sz="2000" dirty="0" err="1"/>
              <a:t>pre</a:t>
            </a:r>
            <a:r>
              <a:rPr lang="hu-HU" sz="2000" dirty="0"/>
              <a:t> </a:t>
            </a:r>
            <a:r>
              <a:rPr lang="hu-HU" sz="2000" dirty="0" err="1"/>
              <a:t>rôzne</a:t>
            </a:r>
            <a:r>
              <a:rPr lang="hu-HU" sz="2000" dirty="0"/>
              <a:t> </a:t>
            </a:r>
            <a:r>
              <a:rPr lang="hu-HU" sz="2000" dirty="0" err="1"/>
              <a:t>platformy</a:t>
            </a:r>
            <a:r>
              <a:rPr lang="hu-HU" sz="2000" dirty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89047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E9A127-EFBA-7039-2038-2F9D3953C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hu-HU" sz="4000" dirty="0" err="1"/>
              <a:t>Testovanie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446A8-21EC-7025-1E5B-855AD6A48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hu-HU" sz="2000" dirty="0" err="1"/>
              <a:t>Použili</a:t>
            </a:r>
            <a:r>
              <a:rPr lang="hu-HU" sz="2000" dirty="0"/>
              <a:t> </a:t>
            </a:r>
            <a:r>
              <a:rPr lang="hu-HU" sz="2000" dirty="0" err="1"/>
              <a:t>sme</a:t>
            </a:r>
            <a:r>
              <a:rPr lang="hu-HU" sz="2000" dirty="0"/>
              <a:t> </a:t>
            </a:r>
            <a:r>
              <a:rPr lang="hu-HU" sz="2000" dirty="0" err="1"/>
              <a:t>rôzne</a:t>
            </a:r>
            <a:r>
              <a:rPr lang="hu-HU" sz="2000" dirty="0"/>
              <a:t> </a:t>
            </a:r>
            <a:r>
              <a:rPr lang="hu-HU" sz="2000" dirty="0" err="1"/>
              <a:t>formy</a:t>
            </a:r>
            <a:r>
              <a:rPr lang="hu-HU" sz="2000" dirty="0"/>
              <a:t> </a:t>
            </a:r>
            <a:r>
              <a:rPr lang="hu-HU" sz="2000" dirty="0" err="1"/>
              <a:t>testovania</a:t>
            </a:r>
            <a:r>
              <a:rPr lang="hu-HU" sz="2000" dirty="0"/>
              <a:t>, </a:t>
            </a:r>
            <a:r>
              <a:rPr lang="hu-HU" sz="2000" dirty="0" err="1"/>
              <a:t>napríklad</a:t>
            </a:r>
            <a:r>
              <a:rPr lang="hu-HU" sz="2000" dirty="0"/>
              <a:t> </a:t>
            </a:r>
            <a:r>
              <a:rPr lang="hu-HU" sz="2000" dirty="0" err="1"/>
              <a:t>white-box</a:t>
            </a:r>
            <a:r>
              <a:rPr lang="hu-HU" sz="2000" dirty="0"/>
              <a:t> </a:t>
            </a:r>
            <a:r>
              <a:rPr lang="hu-HU" sz="2000" dirty="0" err="1"/>
              <a:t>testovanie</a:t>
            </a:r>
            <a:r>
              <a:rPr lang="hu-HU" sz="2000" dirty="0"/>
              <a:t>.</a:t>
            </a:r>
            <a:br>
              <a:rPr lang="hu-HU" sz="2000" dirty="0"/>
            </a:br>
            <a:r>
              <a:rPr lang="hu-HU" sz="2000" dirty="0" err="1"/>
              <a:t>Stránku</a:t>
            </a:r>
            <a:r>
              <a:rPr lang="hu-HU" sz="2000" dirty="0"/>
              <a:t> </a:t>
            </a:r>
            <a:r>
              <a:rPr lang="hu-HU" sz="2000" dirty="0" err="1"/>
              <a:t>sme</a:t>
            </a:r>
            <a:r>
              <a:rPr lang="hu-HU" sz="2000" dirty="0"/>
              <a:t> </a:t>
            </a:r>
            <a:r>
              <a:rPr lang="hu-HU" sz="2000" dirty="0" err="1"/>
              <a:t>tiež</a:t>
            </a:r>
            <a:r>
              <a:rPr lang="hu-HU" sz="2000" dirty="0"/>
              <a:t> </a:t>
            </a:r>
            <a:r>
              <a:rPr lang="hu-HU" sz="2000" dirty="0" err="1"/>
              <a:t>veľmi</a:t>
            </a:r>
            <a:r>
              <a:rPr lang="hu-HU" sz="2000" dirty="0"/>
              <a:t> </a:t>
            </a:r>
            <a:r>
              <a:rPr lang="hu-HU" sz="2000" dirty="0" err="1"/>
              <a:t>intenzívne</a:t>
            </a:r>
            <a:r>
              <a:rPr lang="hu-HU" sz="2000" dirty="0"/>
              <a:t> </a:t>
            </a:r>
            <a:r>
              <a:rPr lang="hu-HU" sz="2000" dirty="0" err="1"/>
              <a:t>záťažovo</a:t>
            </a:r>
            <a:r>
              <a:rPr lang="hu-HU" sz="2000" dirty="0"/>
              <a:t> </a:t>
            </a:r>
            <a:r>
              <a:rPr lang="hu-HU" sz="2000" dirty="0" err="1"/>
              <a:t>testovali</a:t>
            </a:r>
            <a:r>
              <a:rPr lang="hu-HU" sz="2000" dirty="0"/>
              <a:t>.</a:t>
            </a:r>
            <a:br>
              <a:rPr lang="hu-HU" sz="2000" dirty="0"/>
            </a:br>
            <a:r>
              <a:rPr lang="hu-HU" sz="2000" dirty="0" err="1"/>
              <a:t>Opravili</a:t>
            </a:r>
            <a:r>
              <a:rPr lang="hu-HU" sz="2000" dirty="0"/>
              <a:t> </a:t>
            </a:r>
            <a:r>
              <a:rPr lang="hu-HU" sz="2000" dirty="0" err="1"/>
              <a:t>sme</a:t>
            </a:r>
            <a:r>
              <a:rPr lang="hu-HU" sz="2000" dirty="0"/>
              <a:t> </a:t>
            </a:r>
            <a:r>
              <a:rPr lang="hu-HU" sz="2000" dirty="0" err="1"/>
              <a:t>viaceré</a:t>
            </a:r>
            <a:r>
              <a:rPr lang="hu-HU" sz="2000" dirty="0"/>
              <a:t> </a:t>
            </a:r>
            <a:r>
              <a:rPr lang="hu-HU" sz="2000" dirty="0" err="1"/>
              <a:t>chyby</a:t>
            </a:r>
            <a:r>
              <a:rPr lang="hu-HU" sz="2000" dirty="0"/>
              <a:t>, </a:t>
            </a:r>
            <a:r>
              <a:rPr lang="hu-HU" sz="2000" dirty="0" err="1"/>
              <a:t>ktoré</a:t>
            </a:r>
            <a:r>
              <a:rPr lang="hu-HU" sz="2000" dirty="0"/>
              <a:t> </a:t>
            </a:r>
            <a:r>
              <a:rPr lang="hu-HU" sz="2000" dirty="0" err="1"/>
              <a:t>sa</a:t>
            </a:r>
            <a:r>
              <a:rPr lang="hu-HU" sz="2000" dirty="0"/>
              <a:t> </a:t>
            </a:r>
            <a:r>
              <a:rPr lang="hu-HU" sz="2000" dirty="0" err="1"/>
              <a:t>objavili</a:t>
            </a:r>
            <a:r>
              <a:rPr lang="hu-HU" sz="2000" dirty="0"/>
              <a:t> na </a:t>
            </a:r>
            <a:r>
              <a:rPr lang="hu-HU" sz="2000" dirty="0" err="1"/>
              <a:t>hlavnej</a:t>
            </a:r>
            <a:r>
              <a:rPr lang="hu-HU" sz="2000" dirty="0"/>
              <a:t> </a:t>
            </a:r>
            <a:r>
              <a:rPr lang="hu-HU" sz="2000" dirty="0" err="1"/>
              <a:t>stránke</a:t>
            </a:r>
            <a:r>
              <a:rPr lang="hu-HU" sz="2000" dirty="0"/>
              <a:t>.</a:t>
            </a:r>
            <a:br>
              <a:rPr lang="hu-HU" sz="2000" dirty="0"/>
            </a:br>
            <a:r>
              <a:rPr lang="hu-HU" sz="2000" dirty="0" err="1"/>
              <a:t>Vyriešili</a:t>
            </a:r>
            <a:r>
              <a:rPr lang="hu-HU" sz="2000" dirty="0"/>
              <a:t> </a:t>
            </a:r>
            <a:r>
              <a:rPr lang="hu-HU" sz="2000" dirty="0" err="1"/>
              <a:t>sme</a:t>
            </a:r>
            <a:r>
              <a:rPr lang="hu-HU" sz="2000" dirty="0"/>
              <a:t> </a:t>
            </a:r>
            <a:r>
              <a:rPr lang="hu-HU" sz="2000" dirty="0" err="1"/>
              <a:t>známe</a:t>
            </a:r>
            <a:r>
              <a:rPr lang="hu-HU" sz="2000" dirty="0"/>
              <a:t> </a:t>
            </a:r>
            <a:r>
              <a:rPr lang="hu-HU" sz="2000" dirty="0" err="1"/>
              <a:t>problémy</a:t>
            </a:r>
            <a:r>
              <a:rPr lang="hu-HU" sz="2000" dirty="0"/>
              <a:t> s </a:t>
            </a:r>
            <a:r>
              <a:rPr lang="hu-HU" sz="2000" dirty="0" err="1"/>
              <a:t>prihlasovaním</a:t>
            </a:r>
            <a:r>
              <a:rPr lang="hu-HU" sz="2000" dirty="0"/>
              <a:t> </a:t>
            </a:r>
            <a:r>
              <a:rPr lang="hu-HU" sz="2000" dirty="0" err="1"/>
              <a:t>pri</a:t>
            </a:r>
            <a:r>
              <a:rPr lang="hu-HU" sz="2000" dirty="0"/>
              <a:t> </a:t>
            </a:r>
            <a:r>
              <a:rPr lang="hu-HU" sz="2000" dirty="0" err="1"/>
              <a:t>starších</a:t>
            </a:r>
            <a:r>
              <a:rPr lang="hu-HU" sz="2000" dirty="0"/>
              <a:t> </a:t>
            </a:r>
            <a:r>
              <a:rPr lang="hu-HU" sz="2000" dirty="0" err="1"/>
              <a:t>účtoch</a:t>
            </a:r>
            <a:r>
              <a:rPr lang="hu-HU" sz="2000" dirty="0"/>
              <a:t>.</a:t>
            </a:r>
            <a:endParaRPr lang="en-US" sz="2000" dirty="0"/>
          </a:p>
        </p:txBody>
      </p:sp>
      <p:pic>
        <p:nvPicPr>
          <p:cNvPr id="5" name="Picture 4" descr="Pipette filling tray with sample">
            <a:extLst>
              <a:ext uri="{FF2B5EF4-FFF2-40B4-BE49-F238E27FC236}">
                <a16:creationId xmlns:a16="http://schemas.microsoft.com/office/drawing/2014/main" id="{2C8108E9-F5F7-7617-7906-CB532BB0C3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65" r="30634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223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F67A4-8132-11F9-0D35-C0CFC2845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Zhrnutie</a:t>
            </a:r>
            <a:r>
              <a:rPr lang="hu-HU" dirty="0"/>
              <a:t> </a:t>
            </a:r>
            <a:r>
              <a:rPr lang="hu-HU" dirty="0" err="1"/>
              <a:t>nášho</a:t>
            </a:r>
            <a:r>
              <a:rPr lang="hu-HU" dirty="0"/>
              <a:t> </a:t>
            </a:r>
            <a:r>
              <a:rPr lang="hu-HU" dirty="0" err="1"/>
              <a:t>projektu</a:t>
            </a:r>
            <a:r>
              <a:rPr lang="hu-HU" dirty="0"/>
              <a:t> </a:t>
            </a:r>
            <a:r>
              <a:rPr lang="hu-HU" dirty="0" err="1"/>
              <a:t>doteraz</a:t>
            </a:r>
            <a:endParaRPr lang="en-US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37FF25E4-BA98-3AC1-7C76-D2C7BF2D1F0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D18A18-242C-8B3E-BEB9-975621E6872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9D3835E4-379D-9DEC-FB73-528F0BE919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4382717"/>
              </p:ext>
            </p:extLst>
          </p:nvPr>
        </p:nvGraphicFramePr>
        <p:xfrm>
          <a:off x="5873496" y="1690688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847523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6">
                                            <p:graphicEl>
                                              <a:dgm id="{FFDED6ED-DD6D-4C9B-8D8B-6873E83BE9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6">
                                            <p:graphicEl>
                                              <a:dgm id="{FFDED6ED-DD6D-4C9B-8D8B-6873E83BE9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graphicEl>
                                              <a:dgm id="{FFDED6ED-DD6D-4C9B-8D8B-6873E83BE9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graphicEl>
                                              <a:dgm id="{FFDED6ED-DD6D-4C9B-8D8B-6873E83BE9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" dur="500" fill="hold"/>
                                        <p:tgtEl>
                                          <p:spTgt spid="6">
                                            <p:graphicEl>
                                              <a:dgm id="{01055156-EBBE-47E6-8213-E8753D795F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7" dur="500" fill="hold"/>
                                        <p:tgtEl>
                                          <p:spTgt spid="6">
                                            <p:graphicEl>
                                              <a:dgm id="{01055156-EBBE-47E6-8213-E8753D795F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6">
                                            <p:graphicEl>
                                              <a:dgm id="{01055156-EBBE-47E6-8213-E8753D795F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">
                                            <p:graphicEl>
                                              <a:dgm id="{01055156-EBBE-47E6-8213-E8753D795F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1" dur="500" fill="hold"/>
                                        <p:tgtEl>
                                          <p:spTgt spid="6">
                                            <p:graphicEl>
                                              <a:dgm id="{44D36036-31D7-4C62-AD71-925700E637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6">
                                            <p:graphicEl>
                                              <a:dgm id="{44D36036-31D7-4C62-AD71-925700E637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3" dur="500" fill="hold"/>
                                        <p:tgtEl>
                                          <p:spTgt spid="6">
                                            <p:graphicEl>
                                              <a:dgm id="{44D36036-31D7-4C62-AD71-925700E637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6">
                                            <p:graphicEl>
                                              <a:dgm id="{44D36036-31D7-4C62-AD71-925700E637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" dur="500" fill="hold"/>
                                        <p:tgtEl>
                                          <p:spTgt spid="6">
                                            <p:graphicEl>
                                              <a:dgm id="{D3D36824-161A-4492-BA44-760F280590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6">
                                            <p:graphicEl>
                                              <a:dgm id="{D3D36824-161A-4492-BA44-760F280590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6">
                                            <p:graphicEl>
                                              <a:dgm id="{D3D36824-161A-4492-BA44-760F280590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6">
                                            <p:graphicEl>
                                              <a:dgm id="{D3D36824-161A-4492-BA44-760F280590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1" dur="500" fill="hold"/>
                                        <p:tgtEl>
                                          <p:spTgt spid="6">
                                            <p:graphicEl>
                                              <a:dgm id="{E9A1D89F-90B7-4319-9D30-C55F95FCFA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2" dur="500" fill="hold"/>
                                        <p:tgtEl>
                                          <p:spTgt spid="6">
                                            <p:graphicEl>
                                              <a:dgm id="{E9A1D89F-90B7-4319-9D30-C55F95FCFA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3" dur="500" fill="hold"/>
                                        <p:tgtEl>
                                          <p:spTgt spid="6">
                                            <p:graphicEl>
                                              <a:dgm id="{E9A1D89F-90B7-4319-9D30-C55F95FCFA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6">
                                            <p:graphicEl>
                                              <a:dgm id="{E9A1D89F-90B7-4319-9D30-C55F95FCFA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000" fill="hold"/>
                                        <p:tgtEl>
                                          <p:spTgt spid="8">
                                            <p:graphicEl>
                                              <a:dgm id="{FFDED6ED-DD6D-4C9B-8D8B-6873E83BE9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8">
                                            <p:graphicEl>
                                              <a:dgm id="{FFDED6ED-DD6D-4C9B-8D8B-6873E83BE9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8">
                                            <p:graphicEl>
                                              <a:dgm id="{FFDED6ED-DD6D-4C9B-8D8B-6873E83BE9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8">
                                            <p:graphicEl>
                                              <a:dgm id="{01055156-EBBE-47E6-8213-E8753D795F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8">
                                            <p:graphicEl>
                                              <a:dgm id="{01055156-EBBE-47E6-8213-E8753D795F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8">
                                            <p:graphicEl>
                                              <a:dgm id="{01055156-EBBE-47E6-8213-E8753D795F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2000" fill="hold"/>
                                        <p:tgtEl>
                                          <p:spTgt spid="8">
                                            <p:graphicEl>
                                              <a:dgm id="{44D36036-31D7-4C62-AD71-925700E637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7" dur="2000" fill="hold"/>
                                        <p:tgtEl>
                                          <p:spTgt spid="8">
                                            <p:graphicEl>
                                              <a:dgm id="{44D36036-31D7-4C62-AD71-925700E637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2000" fill="hold"/>
                                        <p:tgtEl>
                                          <p:spTgt spid="8">
                                            <p:graphicEl>
                                              <a:dgm id="{44D36036-31D7-4C62-AD71-925700E637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2000" fill="hold"/>
                                        <p:tgtEl>
                                          <p:spTgt spid="8">
                                            <p:graphicEl>
                                              <a:dgm id="{D3D36824-161A-4492-BA44-760F280590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1" dur="2000" fill="hold"/>
                                        <p:tgtEl>
                                          <p:spTgt spid="8">
                                            <p:graphicEl>
                                              <a:dgm id="{D3D36824-161A-4492-BA44-760F280590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2000" fill="hold"/>
                                        <p:tgtEl>
                                          <p:spTgt spid="8">
                                            <p:graphicEl>
                                              <a:dgm id="{D3D36824-161A-4492-BA44-760F280590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2000" fill="hold"/>
                                        <p:tgtEl>
                                          <p:spTgt spid="8">
                                            <p:graphicEl>
                                              <a:dgm id="{E9A1D89F-90B7-4319-9D30-C55F95FCFA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5" dur="2000" fill="hold"/>
                                        <p:tgtEl>
                                          <p:spTgt spid="8">
                                            <p:graphicEl>
                                              <a:dgm id="{E9A1D89F-90B7-4319-9D30-C55F95FCFA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8">
                                            <p:graphicEl>
                                              <a:dgm id="{E9A1D89F-90B7-4319-9D30-C55F95FCFA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>
        <p:bldSub>
          <a:bldDgm/>
        </p:bldSub>
      </p:bldGraphic>
      <p:bldGraphic spid="8" grpId="0">
        <p:bldSub>
          <a:bldDgm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8320351-9FA2-4A26-885B-BB8F3E490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CD2EFB-78C2-4C6E-A6B9-4ED12FAD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Sparklers on glass jar">
            <a:extLst>
              <a:ext uri="{FF2B5EF4-FFF2-40B4-BE49-F238E27FC236}">
                <a16:creationId xmlns:a16="http://schemas.microsoft.com/office/drawing/2014/main" id="{B32C363F-1071-67AA-5559-A3AFF177FCD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5730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7378A4-6690-2C0A-7F56-A80491A40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600427"/>
            <a:ext cx="9875520" cy="3299902"/>
          </a:xfrm>
        </p:spPr>
        <p:txBody>
          <a:bodyPr>
            <a:normAutofit fontScale="90000"/>
          </a:bodyPr>
          <a:lstStyle/>
          <a:p>
            <a:pPr algn="l"/>
            <a:r>
              <a:rPr lang="hu-HU" sz="8800" dirty="0" err="1">
                <a:solidFill>
                  <a:schemeClr val="bg1"/>
                </a:solidFill>
              </a:rPr>
              <a:t>Ďakujeme</a:t>
            </a:r>
            <a:r>
              <a:rPr lang="hu-HU" sz="8800" dirty="0">
                <a:solidFill>
                  <a:schemeClr val="bg1"/>
                </a:solidFill>
              </a:rPr>
              <a:t> </a:t>
            </a:r>
            <a:r>
              <a:rPr lang="hu-HU" sz="8800" dirty="0" err="1">
                <a:solidFill>
                  <a:schemeClr val="bg1"/>
                </a:solidFill>
              </a:rPr>
              <a:t>za</a:t>
            </a:r>
            <a:r>
              <a:rPr lang="hu-HU" sz="8800" dirty="0">
                <a:solidFill>
                  <a:schemeClr val="bg1"/>
                </a:solidFill>
              </a:rPr>
              <a:t> </a:t>
            </a:r>
            <a:r>
              <a:rPr lang="hu-HU" sz="8800" dirty="0" err="1">
                <a:solidFill>
                  <a:schemeClr val="bg1"/>
                </a:solidFill>
              </a:rPr>
              <a:t>pozornosť</a:t>
            </a:r>
            <a:r>
              <a:rPr lang="hu-HU" sz="8800" dirty="0">
                <a:solidFill>
                  <a:schemeClr val="bg1"/>
                </a:solidFill>
              </a:rPr>
              <a:t> 😎</a:t>
            </a:r>
            <a:br>
              <a:rPr lang="hu-HU" sz="8800" dirty="0">
                <a:solidFill>
                  <a:schemeClr val="bg1"/>
                </a:solidFill>
              </a:rPr>
            </a:br>
            <a:r>
              <a:rPr lang="hu-HU" sz="8800" dirty="0" err="1">
                <a:solidFill>
                  <a:schemeClr val="bg1"/>
                </a:solidFill>
              </a:rPr>
              <a:t>Nech</a:t>
            </a:r>
            <a:r>
              <a:rPr lang="hu-HU" sz="8800" dirty="0">
                <a:solidFill>
                  <a:schemeClr val="bg1"/>
                </a:solidFill>
              </a:rPr>
              <a:t> </a:t>
            </a:r>
            <a:r>
              <a:rPr lang="hu-HU" sz="8800" dirty="0" err="1">
                <a:solidFill>
                  <a:schemeClr val="bg1"/>
                </a:solidFill>
              </a:rPr>
              <a:t>vás</a:t>
            </a:r>
            <a:r>
              <a:rPr lang="hu-HU" sz="8800" dirty="0">
                <a:solidFill>
                  <a:schemeClr val="bg1"/>
                </a:solidFill>
              </a:rPr>
              <a:t> </a:t>
            </a:r>
            <a:r>
              <a:rPr lang="hu-HU" sz="8800" dirty="0" err="1">
                <a:solidFill>
                  <a:schemeClr val="bg1"/>
                </a:solidFill>
              </a:rPr>
              <a:t>Boh</a:t>
            </a:r>
            <a:r>
              <a:rPr lang="hu-HU" sz="8800" dirty="0">
                <a:solidFill>
                  <a:schemeClr val="bg1"/>
                </a:solidFill>
              </a:rPr>
              <a:t> </a:t>
            </a:r>
            <a:r>
              <a:rPr lang="hu-HU" sz="8800" dirty="0" err="1">
                <a:solidFill>
                  <a:schemeClr val="bg1"/>
                </a:solidFill>
              </a:rPr>
              <a:t>žehná</a:t>
            </a:r>
            <a:br>
              <a:rPr lang="hu-HU" sz="8800" dirty="0">
                <a:solidFill>
                  <a:schemeClr val="bg1"/>
                </a:solidFill>
              </a:rPr>
            </a:br>
            <a:r>
              <a:rPr lang="en-US" sz="8200" dirty="0">
                <a:solidFill>
                  <a:schemeClr val="bg1"/>
                </a:solidFill>
              </a:rPr>
              <a:t>😎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B4A967-09FC-0350-060A-E895CA6A91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072045"/>
            <a:ext cx="9875520" cy="1414355"/>
          </a:xfrm>
        </p:spPr>
        <p:txBody>
          <a:bodyPr>
            <a:normAutofit/>
          </a:bodyPr>
          <a:lstStyle/>
          <a:p>
            <a:pPr algn="l"/>
            <a:r>
              <a:rPr lang="en-US" dirty="0" err="1">
                <a:solidFill>
                  <a:srgbClr val="FFFFFF"/>
                </a:solidFill>
              </a:rPr>
              <a:t>Gobbless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798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408</Words>
  <Application>Microsoft Office PowerPoint</Application>
  <PresentationFormat>Szélesvásznú</PresentationFormat>
  <Paragraphs>49</Paragraphs>
  <Slides>10</Slides>
  <Notes>0</Notes>
  <HiddenSlides>0</HiddenSlides>
  <MMClips>1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GYÁK. Trh s ojazdenými autami </vt:lpstr>
      <vt:lpstr>Prečo bol tento projekt vytvorený:</vt:lpstr>
      <vt:lpstr>Požiadavky projektu</vt:lpstr>
      <vt:lpstr>Návrh databázy</vt:lpstr>
      <vt:lpstr>Architektúra systému</vt:lpstr>
      <vt:lpstr>Používateľské rozhranie</vt:lpstr>
      <vt:lpstr>Budúce vylepšenia</vt:lpstr>
      <vt:lpstr>Testovanie</vt:lpstr>
      <vt:lpstr>Zhrnutie nášho projektu doteraz</vt:lpstr>
      <vt:lpstr>Ďakujeme za pozornosť 😎 Nech vás Boh žehná 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GYÁK. Trh s ojazdenými autami </dc:title>
  <dc:creator>Farkas György</dc:creator>
  <cp:lastModifiedBy>Anda Ákos</cp:lastModifiedBy>
  <cp:revision>8</cp:revision>
  <dcterms:created xsi:type="dcterms:W3CDTF">2026-02-10T16:58:24Z</dcterms:created>
  <dcterms:modified xsi:type="dcterms:W3CDTF">2026-02-11T07:28:30Z</dcterms:modified>
</cp:coreProperties>
</file>